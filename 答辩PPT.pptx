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8" r:id="rId3"/>
    <p:sldId id="259" r:id="rId4"/>
    <p:sldId id="260" r:id="rId5"/>
    <p:sldId id="264" r:id="rId6"/>
    <p:sldId id="261" r:id="rId7"/>
    <p:sldId id="265" r:id="rId8"/>
    <p:sldId id="267" r:id="rId9"/>
    <p:sldId id="268" r:id="rId10"/>
    <p:sldId id="269" r:id="rId11"/>
    <p:sldId id="263" r:id="rId12"/>
    <p:sldId id="270" r:id="rId13"/>
    <p:sldId id="283" r:id="rId14"/>
    <p:sldId id="284" r:id="rId15"/>
    <p:sldId id="285" r:id="rId16"/>
    <p:sldId id="286" r:id="rId17"/>
    <p:sldId id="288" r:id="rId18"/>
    <p:sldId id="290" r:id="rId19"/>
    <p:sldId id="291" r:id="rId20"/>
    <p:sldId id="289" r:id="rId21"/>
    <p:sldId id="257" r:id="rId22"/>
  </p:sldIdLst>
  <p:sldSz cx="12192000" cy="6858000"/>
  <p:notesSz cx="6858000" cy="9144000"/>
  <p:embeddedFontLst>
    <p:embeddedFont>
      <p:font typeface="汉仪中黑S" panose="00020600040101010101" pitchFamily="18" charset="-122"/>
      <p:regular r:id="rId28"/>
    </p:embeddedFont>
    <p:embeddedFont>
      <p:font typeface="汉仪润圆-65简" panose="00020600040101010101" pitchFamily="18" charset="-122"/>
      <p:regular r:id="rId29"/>
    </p:embeddedFont>
    <p:embeddedFont>
      <p:font typeface="黑体" panose="02010609060101010101" charset="-122"/>
      <p:regular r:id="rId30"/>
    </p:embeddedFont>
    <p:embeddedFont>
      <p:font typeface="汉仪典雅体简" panose="00020600040101010101" pitchFamily="18" charset="-122"/>
      <p:regular r:id="rId31"/>
    </p:embeddedFont>
    <p:embeddedFont>
      <p:font typeface="Calibri" panose="020F0502020204030204" charset="0"/>
      <p:regular r:id="rId32"/>
      <p:bold r:id="rId33"/>
      <p:italic r:id="rId34"/>
      <p:boldItalic r:id="rId35"/>
    </p:embeddedFont>
    <p:embeddedFont>
      <p:font typeface="Calibri Light" panose="020F0302020204030204" charset="0"/>
      <p:regular r:id="rId36"/>
      <p:italic r:id="rId37"/>
    </p:embeddedFont>
  </p:embeddedFontLst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gs" Target="tags/tag1.xml"/><Relationship Id="rId37" Type="http://schemas.openxmlformats.org/officeDocument/2006/relationships/font" Target="fonts/font10.fntdata"/><Relationship Id="rId36" Type="http://schemas.openxmlformats.org/officeDocument/2006/relationships/font" Target="fonts/font9.fntdata"/><Relationship Id="rId35" Type="http://schemas.openxmlformats.org/officeDocument/2006/relationships/font" Target="fonts/font8.fntdata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3F55-48F6-4D39-9286-BB1667AA89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3BE5-02D4-4653-83A8-3A87953669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3F55-48F6-4D39-9286-BB1667AA89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3BE5-02D4-4653-83A8-3A87953669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3F55-48F6-4D39-9286-BB1667AA89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3BE5-02D4-4653-83A8-3A87953669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3F55-48F6-4D39-9286-BB1667AA89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3BE5-02D4-4653-83A8-3A87953669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3F55-48F6-4D39-9286-BB1667AA89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3BE5-02D4-4653-83A8-3A87953669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3F55-48F6-4D39-9286-BB1667AA89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3BE5-02D4-4653-83A8-3A87953669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3F55-48F6-4D39-9286-BB1667AA89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3BE5-02D4-4653-83A8-3A87953669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3F55-48F6-4D39-9286-BB1667AA89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3BE5-02D4-4653-83A8-3A87953669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3F55-48F6-4D39-9286-BB1667AA89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3BE5-02D4-4653-83A8-3A87953669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3F55-48F6-4D39-9286-BB1667AA89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3BE5-02D4-4653-83A8-3A87953669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3F55-48F6-4D39-9286-BB1667AA89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3BE5-02D4-4653-83A8-3A87953669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E3F55-48F6-4D39-9286-BB1667AA89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13BE5-02D4-4653-83A8-3A87953669C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602974" y="874643"/>
            <a:ext cx="10986052" cy="0"/>
          </a:xfrm>
          <a:prstGeom prst="line">
            <a:avLst/>
          </a:prstGeom>
          <a:ln w="1079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602974" y="6135756"/>
            <a:ext cx="10986052" cy="0"/>
          </a:xfrm>
          <a:prstGeom prst="line">
            <a:avLst/>
          </a:prstGeom>
          <a:ln w="1079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744278" y="2261481"/>
            <a:ext cx="0" cy="2505986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4993005" y="2505075"/>
            <a:ext cx="6956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医院门诊管理系统的设计与实现</a:t>
            </a:r>
            <a:endParaRPr lang="zh-CN" altLang="en-US" sz="3600" dirty="0" smtClean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38" name="菱形 37"/>
          <p:cNvSpPr/>
          <p:nvPr/>
        </p:nvSpPr>
        <p:spPr>
          <a:xfrm>
            <a:off x="1373055" y="2458034"/>
            <a:ext cx="2663687" cy="1245704"/>
          </a:xfrm>
          <a:prstGeom prst="diamond">
            <a:avLst/>
          </a:prstGeom>
          <a:solidFill>
            <a:schemeClr val="tx2"/>
          </a:solidFill>
          <a:ln w="101600" cap="rnd">
            <a:solidFill>
              <a:schemeClr val="tx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燕尾形 38"/>
          <p:cNvSpPr/>
          <p:nvPr/>
        </p:nvSpPr>
        <p:spPr>
          <a:xfrm rot="5400000">
            <a:off x="2317935" y="2919325"/>
            <a:ext cx="773925" cy="1568825"/>
          </a:xfrm>
          <a:prstGeom prst="chevron">
            <a:avLst/>
          </a:prstGeom>
          <a:solidFill>
            <a:schemeClr val="bg1"/>
          </a:solidFill>
          <a:ln w="101600" cap="rnd">
            <a:solidFill>
              <a:schemeClr val="tx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4036742" y="3084860"/>
            <a:ext cx="0" cy="901148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等腰三角形 40"/>
          <p:cNvSpPr/>
          <p:nvPr/>
        </p:nvSpPr>
        <p:spPr>
          <a:xfrm>
            <a:off x="3844583" y="4044321"/>
            <a:ext cx="384313" cy="29817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51814" y="4090701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 smtClean="0">
                <a:solidFill>
                  <a:schemeClr val="tx2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答辩人：</a:t>
            </a:r>
            <a:r>
              <a:rPr lang="en-US" altLang="zh-CN" sz="2400" dirty="0" smtClean="0">
                <a:solidFill>
                  <a:schemeClr val="tx2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XXX</a:t>
            </a:r>
            <a:endParaRPr lang="en-US" altLang="zh-CN" sz="2400" dirty="0" smtClean="0">
              <a:solidFill>
                <a:schemeClr val="tx2"/>
              </a:solidFill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190674" y="4090701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 smtClean="0">
                <a:solidFill>
                  <a:schemeClr val="tx2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导师：</a:t>
            </a:r>
            <a:r>
              <a:rPr lang="en-US" altLang="zh-CN" sz="2400" dirty="0" smtClean="0">
                <a:solidFill>
                  <a:schemeClr val="tx2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XXX</a:t>
            </a:r>
            <a:endParaRPr lang="en-US" altLang="zh-CN" sz="2400" dirty="0" smtClean="0">
              <a:solidFill>
                <a:schemeClr val="tx2"/>
              </a:solidFill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246408" y="4205522"/>
            <a:ext cx="205406" cy="2054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7985268" y="4218774"/>
            <a:ext cx="205406" cy="2054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602974" y="874643"/>
            <a:ext cx="10986052" cy="0"/>
          </a:xfrm>
          <a:prstGeom prst="line">
            <a:avLst/>
          </a:prstGeom>
          <a:ln w="1079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602974" y="6135756"/>
            <a:ext cx="10986052" cy="0"/>
          </a:xfrm>
          <a:prstGeom prst="line">
            <a:avLst/>
          </a:prstGeom>
          <a:ln w="1079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486376" y="1338470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目录</a:t>
            </a:r>
            <a:endParaRPr lang="zh-CN" altLang="en-US" sz="5400" dirty="0"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541798" y="2275052"/>
            <a:ext cx="34588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588694" y="2288305"/>
            <a:ext cx="33650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smtClean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CONTENTS</a:t>
            </a:r>
            <a:endParaRPr lang="zh-CN" altLang="en-US" sz="4400" dirty="0"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401513" y="3679231"/>
            <a:ext cx="940905" cy="82163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5821559" y="3661105"/>
            <a:ext cx="940905" cy="82163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圆角矩形 20"/>
          <p:cNvSpPr/>
          <p:nvPr/>
        </p:nvSpPr>
        <p:spPr>
          <a:xfrm>
            <a:off x="8980087" y="3687186"/>
            <a:ext cx="940905" cy="82163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725654" y="4985592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选题背景和意义</a:t>
            </a:r>
            <a:endParaRPr lang="zh-CN" altLang="en-US" sz="24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122460" y="4985592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研究内容与思路</a:t>
            </a:r>
            <a:endParaRPr lang="zh-CN" altLang="en-US" sz="24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280988" y="4968834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研究成果与展示</a:t>
            </a:r>
            <a:endParaRPr lang="zh-CN" altLang="en-US" sz="24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97503" y="3730039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一</a:t>
            </a:r>
            <a:endParaRPr lang="zh-CN" altLang="en-US" sz="44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913123" y="3690268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二</a:t>
            </a:r>
            <a:endParaRPr lang="zh-CN" altLang="en-US" sz="44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079957" y="3714383"/>
            <a:ext cx="7416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汉仪中黑S" panose="00020600040101010101" pitchFamily="18" charset="-122"/>
                <a:ea typeface="汉仪中黑S" panose="00020600040101010101" pitchFamily="18" charset="-122"/>
              </a:rPr>
              <a:t>三</a:t>
            </a:r>
            <a:endParaRPr lang="zh-CN" altLang="en-US" sz="44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  <p:bldLst>
      <p:bldP spid="3" grpId="0"/>
      <p:bldP spid="9" grpId="0"/>
      <p:bldP spid="23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602974" y="874643"/>
            <a:ext cx="10986052" cy="0"/>
          </a:xfrm>
          <a:prstGeom prst="line">
            <a:avLst/>
          </a:prstGeom>
          <a:ln w="1079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602974" y="6135756"/>
            <a:ext cx="10986052" cy="0"/>
          </a:xfrm>
          <a:prstGeom prst="line">
            <a:avLst/>
          </a:prstGeom>
          <a:ln w="1079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六边形 1"/>
          <p:cNvSpPr/>
          <p:nvPr/>
        </p:nvSpPr>
        <p:spPr>
          <a:xfrm rot="5400000">
            <a:off x="1570462" y="1039943"/>
            <a:ext cx="1890820" cy="1630017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/>
          <p:cNvSpPr/>
          <p:nvPr/>
        </p:nvSpPr>
        <p:spPr>
          <a:xfrm rot="5400000">
            <a:off x="495476" y="1136280"/>
            <a:ext cx="1232261" cy="1062294"/>
          </a:xfrm>
          <a:prstGeom prst="hexago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六边形 25"/>
          <p:cNvSpPr/>
          <p:nvPr/>
        </p:nvSpPr>
        <p:spPr>
          <a:xfrm rot="5400000">
            <a:off x="1271320" y="481587"/>
            <a:ext cx="832584" cy="717745"/>
          </a:xfrm>
          <a:prstGeom prst="hexago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23402" y="1347119"/>
            <a:ext cx="11849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 smtClean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01</a:t>
            </a:r>
            <a:endParaRPr lang="zh-CN" altLang="en-US" sz="6000" dirty="0">
              <a:solidFill>
                <a:schemeClr val="bg1"/>
              </a:solidFill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703005" y="1501007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选题背景和意义</a:t>
            </a:r>
            <a:endParaRPr lang="zh-CN" altLang="en-US" sz="40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3255" y="1147445"/>
            <a:ext cx="9008745" cy="57105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02675" cy="563753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圆角矩形 69"/>
          <p:cNvSpPr/>
          <p:nvPr/>
        </p:nvSpPr>
        <p:spPr>
          <a:xfrm>
            <a:off x="9009905" y="1715817"/>
            <a:ext cx="2155841" cy="58309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0" y="422972"/>
            <a:ext cx="117733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7333" y="16136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选题背景和意义</a:t>
            </a:r>
            <a:endParaRPr lang="zh-CN" altLang="en-US" sz="28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959" y="224190"/>
            <a:ext cx="397565" cy="3975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5548111" y="1513010"/>
            <a:ext cx="5989983" cy="483759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588645" y="5014595"/>
            <a:ext cx="4747895" cy="98171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1903847" y="5182226"/>
            <a:ext cx="222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选题背景</a:t>
            </a:r>
            <a:r>
              <a:rPr lang="en-US" altLang="zh-CN" sz="3600" dirty="0" smtClean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/</a:t>
            </a:r>
            <a:endParaRPr lang="zh-CN" altLang="en-US" sz="3600" dirty="0">
              <a:solidFill>
                <a:schemeClr val="bg1"/>
              </a:solidFill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</p:txBody>
      </p:sp>
      <p:cxnSp>
        <p:nvCxnSpPr>
          <p:cNvPr id="59" name="直接连接符 58"/>
          <p:cNvCxnSpPr/>
          <p:nvPr/>
        </p:nvCxnSpPr>
        <p:spPr>
          <a:xfrm flipV="1">
            <a:off x="8503346" y="1583295"/>
            <a:ext cx="0" cy="441297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圆角矩形 64"/>
          <p:cNvSpPr/>
          <p:nvPr/>
        </p:nvSpPr>
        <p:spPr>
          <a:xfrm>
            <a:off x="5841791" y="1729359"/>
            <a:ext cx="2155841" cy="58309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6086475" y="1745615"/>
            <a:ext cx="18078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汉仪中黑S" panose="00020600040101010101" pitchFamily="18" charset="-122"/>
                <a:ea typeface="汉仪中黑S" panose="00020600040101010101" pitchFamily="18" charset="-122"/>
              </a:rPr>
              <a:t>线上预约</a:t>
            </a:r>
            <a:endParaRPr lang="zh-CN" altLang="en-US" sz="2800" dirty="0" smtClean="0">
              <a:solidFill>
                <a:schemeClr val="bg1"/>
              </a:solidFill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315307" y="175401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汉仪中黑S" panose="00020600040101010101" pitchFamily="18" charset="-122"/>
                <a:ea typeface="汉仪中黑S" panose="00020600040101010101" pitchFamily="18" charset="-122"/>
              </a:rPr>
              <a:t>实名挂号</a:t>
            </a:r>
            <a:endParaRPr lang="zh-CN" altLang="en-US" sz="2800" dirty="0">
              <a:solidFill>
                <a:schemeClr val="bg1"/>
              </a:solidFill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5904230" y="2789555"/>
            <a:ext cx="2216785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预约，即“约定将来订立一定契约的契约”。通常，人们把将来要订立的契约称为本约，而以订立本约为其标的合同便是预约。</a:t>
            </a:r>
            <a:endParaRPr lang="zh-CN" altLang="en-US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9071610" y="2789555"/>
            <a:ext cx="2093595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 smtClean="0">
                <a:latin typeface="黑体" panose="02010609060101010101" charset="-122"/>
                <a:ea typeface="黑体" panose="02010609060101010101" charset="-122"/>
              </a:rPr>
              <a:t>挂号，领取号码按次序看病。患者就医时，须持本人有效身份证件进行挂号就诊，同时提供本人手机号码等有效联系方式。</a:t>
            </a:r>
            <a:endParaRPr lang="zh-CN" altLang="en-US" dirty="0" smtClean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9195" y="0"/>
            <a:ext cx="3392805" cy="14782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5" y="1910715"/>
            <a:ext cx="4987290" cy="23139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8505" y="5365115"/>
            <a:ext cx="1293495" cy="149288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  <p:bldLst>
      <p:bldP spid="68" grpId="0"/>
      <p:bldP spid="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602974" y="874643"/>
            <a:ext cx="10986052" cy="0"/>
          </a:xfrm>
          <a:prstGeom prst="line">
            <a:avLst/>
          </a:prstGeom>
          <a:ln w="1079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602974" y="6135756"/>
            <a:ext cx="10986052" cy="0"/>
          </a:xfrm>
          <a:prstGeom prst="line">
            <a:avLst/>
          </a:prstGeom>
          <a:ln w="1079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六边形 1"/>
          <p:cNvSpPr/>
          <p:nvPr/>
        </p:nvSpPr>
        <p:spPr>
          <a:xfrm rot="5400000">
            <a:off x="3320522" y="2932878"/>
            <a:ext cx="1890820" cy="1630017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/>
          <p:cNvSpPr/>
          <p:nvPr/>
        </p:nvSpPr>
        <p:spPr>
          <a:xfrm rot="5400000">
            <a:off x="2245536" y="3029215"/>
            <a:ext cx="1232261" cy="1062294"/>
          </a:xfrm>
          <a:prstGeom prst="hexago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六边形 25"/>
          <p:cNvSpPr/>
          <p:nvPr/>
        </p:nvSpPr>
        <p:spPr>
          <a:xfrm rot="5400000">
            <a:off x="3021380" y="2374522"/>
            <a:ext cx="832584" cy="717745"/>
          </a:xfrm>
          <a:prstGeom prst="hexago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673462" y="3240053"/>
            <a:ext cx="11849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 smtClean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02</a:t>
            </a:r>
            <a:endParaRPr lang="zh-CN" altLang="en-US" sz="6000" dirty="0">
              <a:solidFill>
                <a:schemeClr val="bg1"/>
              </a:solidFill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453065" y="3393942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研究内容与思路</a:t>
            </a:r>
            <a:endParaRPr lang="zh-CN" altLang="en-US" sz="40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  <p:bldLst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对角圆角矩形 26"/>
          <p:cNvSpPr/>
          <p:nvPr/>
        </p:nvSpPr>
        <p:spPr>
          <a:xfrm>
            <a:off x="6483465" y="1500587"/>
            <a:ext cx="4116375" cy="86026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0" y="422972"/>
            <a:ext cx="117733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7333" y="16136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研究内容与思路</a:t>
            </a:r>
            <a:endParaRPr lang="zh-CN" altLang="en-US" sz="28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959" y="224190"/>
            <a:ext cx="397565" cy="3975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折角形 17"/>
          <p:cNvSpPr/>
          <p:nvPr/>
        </p:nvSpPr>
        <p:spPr>
          <a:xfrm>
            <a:off x="1209711" y="2513230"/>
            <a:ext cx="2981739" cy="3087757"/>
          </a:xfrm>
          <a:prstGeom prst="foldedCorner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787511" y="3029226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汉仪中黑S" panose="00020600040101010101" pitchFamily="18" charset="-122"/>
                <a:ea typeface="汉仪中黑S" panose="00020600040101010101" pitchFamily="18" charset="-122"/>
              </a:rPr>
              <a:t>研究过程</a:t>
            </a:r>
            <a:endParaRPr lang="zh-CN" altLang="en-US" sz="3200" dirty="0">
              <a:solidFill>
                <a:schemeClr val="bg1"/>
              </a:solidFill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433674" y="3995579"/>
            <a:ext cx="2533814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汉仪典雅体简" panose="00020600040101010101" pitchFamily="18" charset="-122"/>
                <a:ea typeface="汉仪典雅体简" panose="00020600040101010101" pitchFamily="18" charset="-122"/>
              </a:rPr>
              <a:t>实现医院门诊管理系统的完整过程</a:t>
            </a:r>
            <a:endParaRPr lang="en-US" altLang="zh-CN" dirty="0" smtClean="0">
              <a:solidFill>
                <a:schemeClr val="bg1"/>
              </a:solidFill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423398" y="1633883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  <a:latin typeface="汉仪中黑S" panose="00020600040101010101" pitchFamily="18" charset="-122"/>
                <a:ea typeface="汉仪中黑S" panose="00020600040101010101" pitchFamily="18" charset="-122"/>
              </a:rPr>
              <a:t>研究过程</a:t>
            </a:r>
            <a:endParaRPr lang="zh-CN" altLang="en-US" sz="4000" dirty="0">
              <a:solidFill>
                <a:schemeClr val="bg1"/>
              </a:solidFill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659880" y="3075305"/>
            <a:ext cx="459994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1. 研究国内外现有医院门诊情况。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pPr algn="l">
              <a:buClrTx/>
              <a:buSzTx/>
              <a:buFontTx/>
            </a:pP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2. 研究实现门诊管理系统所用的技术。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659845" y="4137580"/>
            <a:ext cx="384313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3. 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医院门诊需求分析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4. 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系统整体功能设计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659845" y="5195908"/>
            <a:ext cx="384313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5. 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门诊管理系统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功能实现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6. 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回顾和总结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5247860" y="1500587"/>
            <a:ext cx="0" cy="455104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245"/>
          <p:cNvGrpSpPr/>
          <p:nvPr/>
        </p:nvGrpSpPr>
        <p:grpSpPr>
          <a:xfrm>
            <a:off x="5732771" y="5233323"/>
            <a:ext cx="571500" cy="571500"/>
            <a:chOff x="3595688" y="4638675"/>
            <a:chExt cx="571500" cy="571500"/>
          </a:xfrm>
          <a:solidFill>
            <a:schemeClr val="tx2"/>
          </a:solidFill>
        </p:grpSpPr>
        <p:sp>
          <p:nvSpPr>
            <p:cNvPr id="42" name="Freeform 54"/>
            <p:cNvSpPr>
              <a:spLocks noEditPoints="1"/>
            </p:cNvSpPr>
            <p:nvPr/>
          </p:nvSpPr>
          <p:spPr bwMode="auto">
            <a:xfrm>
              <a:off x="3746500" y="4787900"/>
              <a:ext cx="269875" cy="271463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8 h 72"/>
                <a:gd name="T12" fmla="*/ 8 w 72"/>
                <a:gd name="T13" fmla="*/ 36 h 72"/>
                <a:gd name="T14" fmla="*/ 36 w 72"/>
                <a:gd name="T15" fmla="*/ 64 h 72"/>
                <a:gd name="T16" fmla="*/ 64 w 72"/>
                <a:gd name="T17" fmla="*/ 36 h 72"/>
                <a:gd name="T18" fmla="*/ 36 w 72"/>
                <a:gd name="T19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8"/>
                  </a:moveTo>
                  <a:cubicBezTo>
                    <a:pt x="20" y="8"/>
                    <a:pt x="8" y="20"/>
                    <a:pt x="8" y="36"/>
                  </a:cubicBezTo>
                  <a:cubicBezTo>
                    <a:pt x="8" y="52"/>
                    <a:pt x="20" y="64"/>
                    <a:pt x="36" y="64"/>
                  </a:cubicBezTo>
                  <a:cubicBezTo>
                    <a:pt x="52" y="64"/>
                    <a:pt x="64" y="52"/>
                    <a:pt x="64" y="36"/>
                  </a:cubicBezTo>
                  <a:cubicBezTo>
                    <a:pt x="64" y="20"/>
                    <a:pt x="52" y="8"/>
                    <a:pt x="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  <p:sp>
          <p:nvSpPr>
            <p:cNvPr id="43" name="Freeform 55"/>
            <p:cNvSpPr>
              <a:spLocks noEditPoints="1"/>
            </p:cNvSpPr>
            <p:nvPr/>
          </p:nvSpPr>
          <p:spPr bwMode="auto">
            <a:xfrm>
              <a:off x="3595688" y="4638675"/>
              <a:ext cx="571500" cy="571500"/>
            </a:xfrm>
            <a:custGeom>
              <a:avLst/>
              <a:gdLst>
                <a:gd name="T0" fmla="*/ 65 w 152"/>
                <a:gd name="T1" fmla="*/ 152 h 152"/>
                <a:gd name="T2" fmla="*/ 47 w 152"/>
                <a:gd name="T3" fmla="*/ 128 h 152"/>
                <a:gd name="T4" fmla="*/ 15 w 152"/>
                <a:gd name="T5" fmla="*/ 122 h 152"/>
                <a:gd name="T6" fmla="*/ 19 w 152"/>
                <a:gd name="T7" fmla="*/ 93 h 152"/>
                <a:gd name="T8" fmla="*/ 0 w 152"/>
                <a:gd name="T9" fmla="*/ 65 h 152"/>
                <a:gd name="T10" fmla="*/ 24 w 152"/>
                <a:gd name="T11" fmla="*/ 47 h 152"/>
                <a:gd name="T12" fmla="*/ 30 w 152"/>
                <a:gd name="T13" fmla="*/ 15 h 152"/>
                <a:gd name="T14" fmla="*/ 59 w 152"/>
                <a:gd name="T15" fmla="*/ 19 h 152"/>
                <a:gd name="T16" fmla="*/ 87 w 152"/>
                <a:gd name="T17" fmla="*/ 0 h 152"/>
                <a:gd name="T18" fmla="*/ 105 w 152"/>
                <a:gd name="T19" fmla="*/ 24 h 152"/>
                <a:gd name="T20" fmla="*/ 137 w 152"/>
                <a:gd name="T21" fmla="*/ 30 h 152"/>
                <a:gd name="T22" fmla="*/ 133 w 152"/>
                <a:gd name="T23" fmla="*/ 59 h 152"/>
                <a:gd name="T24" fmla="*/ 152 w 152"/>
                <a:gd name="T25" fmla="*/ 87 h 152"/>
                <a:gd name="T26" fmla="*/ 128 w 152"/>
                <a:gd name="T27" fmla="*/ 105 h 152"/>
                <a:gd name="T28" fmla="*/ 122 w 152"/>
                <a:gd name="T29" fmla="*/ 137 h 152"/>
                <a:gd name="T30" fmla="*/ 93 w 152"/>
                <a:gd name="T31" fmla="*/ 133 h 152"/>
                <a:gd name="T32" fmla="*/ 71 w 152"/>
                <a:gd name="T33" fmla="*/ 144 h 152"/>
                <a:gd name="T34" fmla="*/ 87 w 152"/>
                <a:gd name="T35" fmla="*/ 127 h 152"/>
                <a:gd name="T36" fmla="*/ 103 w 152"/>
                <a:gd name="T37" fmla="*/ 121 h 152"/>
                <a:gd name="T38" fmla="*/ 121 w 152"/>
                <a:gd name="T39" fmla="*/ 128 h 152"/>
                <a:gd name="T40" fmla="*/ 120 w 152"/>
                <a:gd name="T41" fmla="*/ 104 h 152"/>
                <a:gd name="T42" fmla="*/ 127 w 152"/>
                <a:gd name="T43" fmla="*/ 89 h 152"/>
                <a:gd name="T44" fmla="*/ 144 w 152"/>
                <a:gd name="T45" fmla="*/ 81 h 152"/>
                <a:gd name="T46" fmla="*/ 127 w 152"/>
                <a:gd name="T47" fmla="*/ 65 h 152"/>
                <a:gd name="T48" fmla="*/ 121 w 152"/>
                <a:gd name="T49" fmla="*/ 49 h 152"/>
                <a:gd name="T50" fmla="*/ 128 w 152"/>
                <a:gd name="T51" fmla="*/ 31 h 152"/>
                <a:gd name="T52" fmla="*/ 104 w 152"/>
                <a:gd name="T53" fmla="*/ 32 h 152"/>
                <a:gd name="T54" fmla="*/ 89 w 152"/>
                <a:gd name="T55" fmla="*/ 25 h 152"/>
                <a:gd name="T56" fmla="*/ 81 w 152"/>
                <a:gd name="T57" fmla="*/ 8 h 152"/>
                <a:gd name="T58" fmla="*/ 65 w 152"/>
                <a:gd name="T59" fmla="*/ 25 h 152"/>
                <a:gd name="T60" fmla="*/ 49 w 152"/>
                <a:gd name="T61" fmla="*/ 31 h 152"/>
                <a:gd name="T62" fmla="*/ 31 w 152"/>
                <a:gd name="T63" fmla="*/ 24 h 152"/>
                <a:gd name="T64" fmla="*/ 32 w 152"/>
                <a:gd name="T65" fmla="*/ 48 h 152"/>
                <a:gd name="T66" fmla="*/ 25 w 152"/>
                <a:gd name="T67" fmla="*/ 63 h 152"/>
                <a:gd name="T68" fmla="*/ 8 w 152"/>
                <a:gd name="T69" fmla="*/ 71 h 152"/>
                <a:gd name="T70" fmla="*/ 25 w 152"/>
                <a:gd name="T71" fmla="*/ 87 h 152"/>
                <a:gd name="T72" fmla="*/ 31 w 152"/>
                <a:gd name="T73" fmla="*/ 103 h 152"/>
                <a:gd name="T74" fmla="*/ 24 w 152"/>
                <a:gd name="T75" fmla="*/ 121 h 152"/>
                <a:gd name="T76" fmla="*/ 48 w 152"/>
                <a:gd name="T77" fmla="*/ 120 h 152"/>
                <a:gd name="T78" fmla="*/ 63 w 152"/>
                <a:gd name="T79" fmla="*/ 127 h 152"/>
                <a:gd name="T80" fmla="*/ 71 w 152"/>
                <a:gd name="T81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2" h="152">
                  <a:moveTo>
                    <a:pt x="87" y="152"/>
                  </a:moveTo>
                  <a:cubicBezTo>
                    <a:pt x="65" y="152"/>
                    <a:pt x="65" y="152"/>
                    <a:pt x="65" y="152"/>
                  </a:cubicBezTo>
                  <a:cubicBezTo>
                    <a:pt x="59" y="133"/>
                    <a:pt x="59" y="133"/>
                    <a:pt x="59" y="133"/>
                  </a:cubicBezTo>
                  <a:cubicBezTo>
                    <a:pt x="55" y="132"/>
                    <a:pt x="51" y="130"/>
                    <a:pt x="47" y="128"/>
                  </a:cubicBezTo>
                  <a:cubicBezTo>
                    <a:pt x="30" y="137"/>
                    <a:pt x="30" y="137"/>
                    <a:pt x="30" y="137"/>
                  </a:cubicBezTo>
                  <a:cubicBezTo>
                    <a:pt x="15" y="122"/>
                    <a:pt x="15" y="122"/>
                    <a:pt x="15" y="122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2" y="101"/>
                    <a:pt x="20" y="97"/>
                    <a:pt x="19" y="93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20" y="55"/>
                    <a:pt x="22" y="51"/>
                    <a:pt x="24" y="47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51" y="22"/>
                    <a:pt x="55" y="20"/>
                    <a:pt x="59" y="19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3" y="19"/>
                    <a:pt x="93" y="19"/>
                    <a:pt x="93" y="19"/>
                  </a:cubicBezTo>
                  <a:cubicBezTo>
                    <a:pt x="97" y="20"/>
                    <a:pt x="101" y="22"/>
                    <a:pt x="105" y="24"/>
                  </a:cubicBezTo>
                  <a:cubicBezTo>
                    <a:pt x="122" y="15"/>
                    <a:pt x="122" y="15"/>
                    <a:pt x="122" y="15"/>
                  </a:cubicBezTo>
                  <a:cubicBezTo>
                    <a:pt x="137" y="30"/>
                    <a:pt x="137" y="30"/>
                    <a:pt x="137" y="30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0" y="51"/>
                    <a:pt x="132" y="55"/>
                    <a:pt x="133" y="59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87"/>
                    <a:pt x="152" y="87"/>
                    <a:pt x="152" y="87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2" y="97"/>
                    <a:pt x="130" y="101"/>
                    <a:pt x="128" y="105"/>
                  </a:cubicBezTo>
                  <a:cubicBezTo>
                    <a:pt x="137" y="122"/>
                    <a:pt x="137" y="122"/>
                    <a:pt x="137" y="122"/>
                  </a:cubicBezTo>
                  <a:cubicBezTo>
                    <a:pt x="122" y="137"/>
                    <a:pt x="122" y="137"/>
                    <a:pt x="122" y="137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101" y="130"/>
                    <a:pt x="97" y="132"/>
                    <a:pt x="93" y="133"/>
                  </a:cubicBezTo>
                  <a:lnTo>
                    <a:pt x="87" y="152"/>
                  </a:lnTo>
                  <a:close/>
                  <a:moveTo>
                    <a:pt x="71" y="144"/>
                  </a:moveTo>
                  <a:cubicBezTo>
                    <a:pt x="81" y="144"/>
                    <a:pt x="81" y="144"/>
                    <a:pt x="81" y="144"/>
                  </a:cubicBezTo>
                  <a:cubicBezTo>
                    <a:pt x="87" y="127"/>
                    <a:pt x="87" y="127"/>
                    <a:pt x="87" y="127"/>
                  </a:cubicBezTo>
                  <a:cubicBezTo>
                    <a:pt x="89" y="127"/>
                    <a:pt x="89" y="127"/>
                    <a:pt x="89" y="127"/>
                  </a:cubicBezTo>
                  <a:cubicBezTo>
                    <a:pt x="94" y="125"/>
                    <a:pt x="98" y="123"/>
                    <a:pt x="103" y="121"/>
                  </a:cubicBezTo>
                  <a:cubicBezTo>
                    <a:pt x="104" y="120"/>
                    <a:pt x="104" y="120"/>
                    <a:pt x="104" y="120"/>
                  </a:cubicBezTo>
                  <a:cubicBezTo>
                    <a:pt x="121" y="128"/>
                    <a:pt x="121" y="128"/>
                    <a:pt x="121" y="128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0" y="104"/>
                    <a:pt x="120" y="104"/>
                    <a:pt x="120" y="104"/>
                  </a:cubicBezTo>
                  <a:cubicBezTo>
                    <a:pt x="121" y="103"/>
                    <a:pt x="121" y="103"/>
                    <a:pt x="121" y="103"/>
                  </a:cubicBezTo>
                  <a:cubicBezTo>
                    <a:pt x="123" y="98"/>
                    <a:pt x="125" y="94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44" y="81"/>
                    <a:pt x="144" y="81"/>
                    <a:pt x="144" y="81"/>
                  </a:cubicBezTo>
                  <a:cubicBezTo>
                    <a:pt x="144" y="71"/>
                    <a:pt x="144" y="71"/>
                    <a:pt x="144" y="71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5" y="58"/>
                    <a:pt x="123" y="54"/>
                    <a:pt x="121" y="49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8" y="31"/>
                    <a:pt x="128" y="31"/>
                    <a:pt x="128" y="31"/>
                  </a:cubicBezTo>
                  <a:cubicBezTo>
                    <a:pt x="121" y="24"/>
                    <a:pt x="121" y="24"/>
                    <a:pt x="121" y="24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98" y="29"/>
                    <a:pt x="94" y="27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cubicBezTo>
                    <a:pt x="81" y="8"/>
                    <a:pt x="81" y="8"/>
                    <a:pt x="8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58" y="27"/>
                    <a:pt x="54" y="29"/>
                    <a:pt x="49" y="31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29" y="54"/>
                    <a:pt x="27" y="58"/>
                    <a:pt x="25" y="63"/>
                  </a:cubicBezTo>
                  <a:cubicBezTo>
                    <a:pt x="25" y="65"/>
                    <a:pt x="25" y="65"/>
                    <a:pt x="25" y="65"/>
                  </a:cubicBezTo>
                  <a:cubicBezTo>
                    <a:pt x="8" y="71"/>
                    <a:pt x="8" y="71"/>
                    <a:pt x="8" y="71"/>
                  </a:cubicBezTo>
                  <a:cubicBezTo>
                    <a:pt x="8" y="81"/>
                    <a:pt x="8" y="81"/>
                    <a:pt x="8" y="81"/>
                  </a:cubicBezTo>
                  <a:cubicBezTo>
                    <a:pt x="25" y="87"/>
                    <a:pt x="25" y="87"/>
                    <a:pt x="25" y="87"/>
                  </a:cubicBezTo>
                  <a:cubicBezTo>
                    <a:pt x="25" y="89"/>
                    <a:pt x="25" y="89"/>
                    <a:pt x="25" y="89"/>
                  </a:cubicBezTo>
                  <a:cubicBezTo>
                    <a:pt x="27" y="94"/>
                    <a:pt x="29" y="98"/>
                    <a:pt x="31" y="103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24" y="121"/>
                    <a:pt x="24" y="121"/>
                    <a:pt x="24" y="121"/>
                  </a:cubicBezTo>
                  <a:cubicBezTo>
                    <a:pt x="31" y="128"/>
                    <a:pt x="31" y="128"/>
                    <a:pt x="31" y="128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9" y="121"/>
                    <a:pt x="49" y="121"/>
                    <a:pt x="49" y="121"/>
                  </a:cubicBezTo>
                  <a:cubicBezTo>
                    <a:pt x="54" y="123"/>
                    <a:pt x="58" y="125"/>
                    <a:pt x="63" y="127"/>
                  </a:cubicBezTo>
                  <a:cubicBezTo>
                    <a:pt x="65" y="127"/>
                    <a:pt x="65" y="127"/>
                    <a:pt x="65" y="127"/>
                  </a:cubicBezTo>
                  <a:lnTo>
                    <a:pt x="71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</p:grpSp>
      <p:sp>
        <p:nvSpPr>
          <p:cNvPr id="40" name="Freeform 247"/>
          <p:cNvSpPr/>
          <p:nvPr/>
        </p:nvSpPr>
        <p:spPr bwMode="auto">
          <a:xfrm>
            <a:off x="5776495" y="3165853"/>
            <a:ext cx="390525" cy="390525"/>
          </a:xfrm>
          <a:custGeom>
            <a:avLst/>
            <a:gdLst>
              <a:gd name="connsiteX0" fmla="*/ 195643 w 390525"/>
              <a:gd name="connsiteY0" fmla="*/ 0 h 390525"/>
              <a:gd name="connsiteX1" fmla="*/ 346432 w 390525"/>
              <a:gd name="connsiteY1" fmla="*/ 77624 h 390525"/>
              <a:gd name="connsiteX2" fmla="*/ 360363 w 390525"/>
              <a:gd name="connsiteY2" fmla="*/ 102771 h 390525"/>
              <a:gd name="connsiteX3" fmla="*/ 360363 w 390525"/>
              <a:gd name="connsiteY3" fmla="*/ 30162 h 390525"/>
              <a:gd name="connsiteX4" fmla="*/ 390525 w 390525"/>
              <a:gd name="connsiteY4" fmla="*/ 30162 h 390525"/>
              <a:gd name="connsiteX5" fmla="*/ 390525 w 390525"/>
              <a:gd name="connsiteY5" fmla="*/ 149225 h 390525"/>
              <a:gd name="connsiteX6" fmla="*/ 269875 w 390525"/>
              <a:gd name="connsiteY6" fmla="*/ 149225 h 390525"/>
              <a:gd name="connsiteX7" fmla="*/ 269875 w 390525"/>
              <a:gd name="connsiteY7" fmla="*/ 119063 h 390525"/>
              <a:gd name="connsiteX8" fmla="*/ 336105 w 390525"/>
              <a:gd name="connsiteY8" fmla="*/ 119063 h 390525"/>
              <a:gd name="connsiteX9" fmla="*/ 323152 w 390525"/>
              <a:gd name="connsiteY9" fmla="*/ 93407 h 390525"/>
              <a:gd name="connsiteX10" fmla="*/ 195643 w 390525"/>
              <a:gd name="connsiteY10" fmla="*/ 30040 h 390525"/>
              <a:gd name="connsiteX11" fmla="*/ 30099 w 390525"/>
              <a:gd name="connsiteY11" fmla="*/ 195263 h 390525"/>
              <a:gd name="connsiteX12" fmla="*/ 195643 w 390525"/>
              <a:gd name="connsiteY12" fmla="*/ 360485 h 390525"/>
              <a:gd name="connsiteX13" fmla="*/ 346138 w 390525"/>
              <a:gd name="connsiteY13" fmla="*/ 262854 h 390525"/>
              <a:gd name="connsiteX14" fmla="*/ 372475 w 390525"/>
              <a:gd name="connsiteY14" fmla="*/ 277874 h 390525"/>
              <a:gd name="connsiteX15" fmla="*/ 195643 w 390525"/>
              <a:gd name="connsiteY15" fmla="*/ 390525 h 390525"/>
              <a:gd name="connsiteX16" fmla="*/ 0 w 390525"/>
              <a:gd name="connsiteY16" fmla="*/ 195263 h 390525"/>
              <a:gd name="connsiteX17" fmla="*/ 195643 w 390525"/>
              <a:gd name="connsiteY17" fmla="*/ 0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0525" h="390525">
                <a:moveTo>
                  <a:pt x="195643" y="0"/>
                </a:moveTo>
                <a:cubicBezTo>
                  <a:pt x="254900" y="0"/>
                  <a:pt x="309925" y="29571"/>
                  <a:pt x="346432" y="77624"/>
                </a:cubicBezTo>
                <a:lnTo>
                  <a:pt x="360363" y="102771"/>
                </a:lnTo>
                <a:lnTo>
                  <a:pt x="360363" y="30162"/>
                </a:lnTo>
                <a:lnTo>
                  <a:pt x="390525" y="30162"/>
                </a:lnTo>
                <a:lnTo>
                  <a:pt x="390525" y="149225"/>
                </a:lnTo>
                <a:lnTo>
                  <a:pt x="269875" y="149225"/>
                </a:lnTo>
                <a:lnTo>
                  <a:pt x="269875" y="119063"/>
                </a:lnTo>
                <a:lnTo>
                  <a:pt x="336105" y="119063"/>
                </a:lnTo>
                <a:lnTo>
                  <a:pt x="323152" y="93407"/>
                </a:lnTo>
                <a:cubicBezTo>
                  <a:pt x="294406" y="53275"/>
                  <a:pt x="249257" y="30040"/>
                  <a:pt x="195643" y="30040"/>
                </a:cubicBezTo>
                <a:cubicBezTo>
                  <a:pt x="105346" y="30040"/>
                  <a:pt x="30099" y="105142"/>
                  <a:pt x="30099" y="195263"/>
                </a:cubicBezTo>
                <a:cubicBezTo>
                  <a:pt x="30099" y="285384"/>
                  <a:pt x="105346" y="360485"/>
                  <a:pt x="195643" y="360485"/>
                </a:cubicBezTo>
                <a:cubicBezTo>
                  <a:pt x="259603" y="360485"/>
                  <a:pt x="319802" y="322934"/>
                  <a:pt x="346138" y="262854"/>
                </a:cubicBezTo>
                <a:cubicBezTo>
                  <a:pt x="372475" y="277874"/>
                  <a:pt x="372475" y="277874"/>
                  <a:pt x="372475" y="277874"/>
                </a:cubicBezTo>
                <a:cubicBezTo>
                  <a:pt x="342376" y="345465"/>
                  <a:pt x="270891" y="390525"/>
                  <a:pt x="195643" y="390525"/>
                </a:cubicBezTo>
                <a:cubicBezTo>
                  <a:pt x="86534" y="390525"/>
                  <a:pt x="0" y="304159"/>
                  <a:pt x="0" y="195263"/>
                </a:cubicBezTo>
                <a:cubicBezTo>
                  <a:pt x="0" y="86366"/>
                  <a:pt x="86534" y="0"/>
                  <a:pt x="195643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41" name="Freeform 246"/>
          <p:cNvSpPr/>
          <p:nvPr/>
        </p:nvSpPr>
        <p:spPr bwMode="auto">
          <a:xfrm>
            <a:off x="5732771" y="4250291"/>
            <a:ext cx="563563" cy="346075"/>
          </a:xfrm>
          <a:custGeom>
            <a:avLst/>
            <a:gdLst>
              <a:gd name="connsiteX0" fmla="*/ 176213 w 563563"/>
              <a:gd name="connsiteY0" fmla="*/ 7937 h 346075"/>
              <a:gd name="connsiteX1" fmla="*/ 432594 w 563563"/>
              <a:gd name="connsiteY1" fmla="*/ 7937 h 346075"/>
              <a:gd name="connsiteX2" fmla="*/ 477838 w 563563"/>
              <a:gd name="connsiteY2" fmla="*/ 52841 h 346075"/>
              <a:gd name="connsiteX3" fmla="*/ 477838 w 563563"/>
              <a:gd name="connsiteY3" fmla="*/ 281940 h 346075"/>
              <a:gd name="connsiteX4" fmla="*/ 541338 w 563563"/>
              <a:gd name="connsiteY4" fmla="*/ 209550 h 346075"/>
              <a:gd name="connsiteX5" fmla="*/ 563563 w 563563"/>
              <a:gd name="connsiteY5" fmla="*/ 225425 h 346075"/>
              <a:gd name="connsiteX6" fmla="*/ 461963 w 563563"/>
              <a:gd name="connsiteY6" fmla="*/ 346075 h 346075"/>
              <a:gd name="connsiteX7" fmla="*/ 360363 w 563563"/>
              <a:gd name="connsiteY7" fmla="*/ 225425 h 346075"/>
              <a:gd name="connsiteX8" fmla="*/ 382588 w 563563"/>
              <a:gd name="connsiteY8" fmla="*/ 209550 h 346075"/>
              <a:gd name="connsiteX9" fmla="*/ 447676 w 563563"/>
              <a:gd name="connsiteY9" fmla="*/ 283750 h 346075"/>
              <a:gd name="connsiteX10" fmla="*/ 447676 w 563563"/>
              <a:gd name="connsiteY10" fmla="*/ 233332 h 346075"/>
              <a:gd name="connsiteX11" fmla="*/ 447676 w 563563"/>
              <a:gd name="connsiteY11" fmla="*/ 52841 h 346075"/>
              <a:gd name="connsiteX12" fmla="*/ 432594 w 563563"/>
              <a:gd name="connsiteY12" fmla="*/ 37873 h 346075"/>
              <a:gd name="connsiteX13" fmla="*/ 176213 w 563563"/>
              <a:gd name="connsiteY13" fmla="*/ 37873 h 346075"/>
              <a:gd name="connsiteX14" fmla="*/ 176213 w 563563"/>
              <a:gd name="connsiteY14" fmla="*/ 7937 h 346075"/>
              <a:gd name="connsiteX15" fmla="*/ 101600 w 563563"/>
              <a:gd name="connsiteY15" fmla="*/ 0 h 346075"/>
              <a:gd name="connsiteX16" fmla="*/ 203200 w 563563"/>
              <a:gd name="connsiteY16" fmla="*/ 120651 h 346075"/>
              <a:gd name="connsiteX17" fmla="*/ 180975 w 563563"/>
              <a:gd name="connsiteY17" fmla="*/ 134938 h 346075"/>
              <a:gd name="connsiteX18" fmla="*/ 115888 w 563563"/>
              <a:gd name="connsiteY18" fmla="*/ 60738 h 346075"/>
              <a:gd name="connsiteX19" fmla="*/ 115888 w 563563"/>
              <a:gd name="connsiteY19" fmla="*/ 111605 h 346075"/>
              <a:gd name="connsiteX20" fmla="*/ 115888 w 563563"/>
              <a:gd name="connsiteY20" fmla="*/ 293008 h 346075"/>
              <a:gd name="connsiteX21" fmla="*/ 130969 w 563563"/>
              <a:gd name="connsiteY21" fmla="*/ 308051 h 346075"/>
              <a:gd name="connsiteX22" fmla="*/ 387350 w 563563"/>
              <a:gd name="connsiteY22" fmla="*/ 308051 h 346075"/>
              <a:gd name="connsiteX23" fmla="*/ 387350 w 563563"/>
              <a:gd name="connsiteY23" fmla="*/ 338138 h 346075"/>
              <a:gd name="connsiteX24" fmla="*/ 130969 w 563563"/>
              <a:gd name="connsiteY24" fmla="*/ 338138 h 346075"/>
              <a:gd name="connsiteX25" fmla="*/ 85725 w 563563"/>
              <a:gd name="connsiteY25" fmla="*/ 293008 h 346075"/>
              <a:gd name="connsiteX26" fmla="*/ 85725 w 563563"/>
              <a:gd name="connsiteY26" fmla="*/ 88334 h 346075"/>
              <a:gd name="connsiteX27" fmla="*/ 85725 w 563563"/>
              <a:gd name="connsiteY27" fmla="*/ 62548 h 346075"/>
              <a:gd name="connsiteX28" fmla="*/ 22225 w 563563"/>
              <a:gd name="connsiteY28" fmla="*/ 134938 h 346075"/>
              <a:gd name="connsiteX29" fmla="*/ 0 w 563563"/>
              <a:gd name="connsiteY29" fmla="*/ 120651 h 34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63563" h="346075">
                <a:moveTo>
                  <a:pt x="176213" y="7937"/>
                </a:moveTo>
                <a:cubicBezTo>
                  <a:pt x="432594" y="7937"/>
                  <a:pt x="432594" y="7937"/>
                  <a:pt x="432594" y="7937"/>
                </a:cubicBezTo>
                <a:cubicBezTo>
                  <a:pt x="458987" y="7937"/>
                  <a:pt x="477838" y="26647"/>
                  <a:pt x="477838" y="52841"/>
                </a:cubicBezTo>
                <a:lnTo>
                  <a:pt x="477838" y="281940"/>
                </a:lnTo>
                <a:lnTo>
                  <a:pt x="541338" y="209550"/>
                </a:lnTo>
                <a:lnTo>
                  <a:pt x="563563" y="225425"/>
                </a:lnTo>
                <a:lnTo>
                  <a:pt x="461963" y="346075"/>
                </a:lnTo>
                <a:lnTo>
                  <a:pt x="360363" y="225425"/>
                </a:lnTo>
                <a:lnTo>
                  <a:pt x="382588" y="209550"/>
                </a:lnTo>
                <a:lnTo>
                  <a:pt x="447676" y="283750"/>
                </a:lnTo>
                <a:lnTo>
                  <a:pt x="447676" y="233332"/>
                </a:lnTo>
                <a:cubicBezTo>
                  <a:pt x="447676" y="52841"/>
                  <a:pt x="447676" y="52841"/>
                  <a:pt x="447676" y="52841"/>
                </a:cubicBezTo>
                <a:cubicBezTo>
                  <a:pt x="447676" y="45357"/>
                  <a:pt x="440135" y="37873"/>
                  <a:pt x="432594" y="37873"/>
                </a:cubicBezTo>
                <a:cubicBezTo>
                  <a:pt x="176213" y="37873"/>
                  <a:pt x="176213" y="37873"/>
                  <a:pt x="176213" y="37873"/>
                </a:cubicBezTo>
                <a:cubicBezTo>
                  <a:pt x="176213" y="7937"/>
                  <a:pt x="176213" y="7937"/>
                  <a:pt x="176213" y="7937"/>
                </a:cubicBezTo>
                <a:close/>
                <a:moveTo>
                  <a:pt x="101600" y="0"/>
                </a:moveTo>
                <a:lnTo>
                  <a:pt x="203200" y="120651"/>
                </a:lnTo>
                <a:lnTo>
                  <a:pt x="180975" y="134938"/>
                </a:lnTo>
                <a:lnTo>
                  <a:pt x="115888" y="60738"/>
                </a:lnTo>
                <a:lnTo>
                  <a:pt x="115888" y="111605"/>
                </a:lnTo>
                <a:cubicBezTo>
                  <a:pt x="115888" y="293008"/>
                  <a:pt x="115888" y="293008"/>
                  <a:pt x="115888" y="293008"/>
                </a:cubicBezTo>
                <a:cubicBezTo>
                  <a:pt x="115888" y="300530"/>
                  <a:pt x="123428" y="308051"/>
                  <a:pt x="130969" y="308051"/>
                </a:cubicBezTo>
                <a:cubicBezTo>
                  <a:pt x="387350" y="308051"/>
                  <a:pt x="387350" y="308051"/>
                  <a:pt x="387350" y="308051"/>
                </a:cubicBezTo>
                <a:lnTo>
                  <a:pt x="387350" y="338138"/>
                </a:lnTo>
                <a:cubicBezTo>
                  <a:pt x="130969" y="338138"/>
                  <a:pt x="130969" y="338138"/>
                  <a:pt x="130969" y="338138"/>
                </a:cubicBezTo>
                <a:cubicBezTo>
                  <a:pt x="104577" y="338138"/>
                  <a:pt x="85725" y="319334"/>
                  <a:pt x="85725" y="293008"/>
                </a:cubicBezTo>
                <a:cubicBezTo>
                  <a:pt x="85725" y="191464"/>
                  <a:pt x="85725" y="128000"/>
                  <a:pt x="85725" y="88334"/>
                </a:cubicBezTo>
                <a:lnTo>
                  <a:pt x="85725" y="62548"/>
                </a:lnTo>
                <a:lnTo>
                  <a:pt x="22225" y="134938"/>
                </a:lnTo>
                <a:lnTo>
                  <a:pt x="0" y="12065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  <p:bldLst>
      <p:bldP spid="20" grpId="0"/>
      <p:bldP spid="29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/>
          <p:cNvCxnSpPr/>
          <p:nvPr/>
        </p:nvCxnSpPr>
        <p:spPr>
          <a:xfrm>
            <a:off x="0" y="422972"/>
            <a:ext cx="117733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7333" y="161362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系统功能需求</a:t>
            </a:r>
            <a:endParaRPr lang="zh-CN" altLang="en-US" sz="28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959" y="224190"/>
            <a:ext cx="397565" cy="3975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下弧形箭头 1"/>
          <p:cNvSpPr/>
          <p:nvPr/>
        </p:nvSpPr>
        <p:spPr>
          <a:xfrm>
            <a:off x="-4399725" y="883364"/>
            <a:ext cx="13040141" cy="5123701"/>
          </a:xfrm>
          <a:custGeom>
            <a:avLst/>
            <a:gdLst>
              <a:gd name="connsiteX0" fmla="*/ 6914322 w 7885044"/>
              <a:gd name="connsiteY0" fmla="*/ 0 h 3882887"/>
              <a:gd name="connsiteX1" fmla="*/ 7782971 w 7885044"/>
              <a:gd name="connsiteY1" fmla="*/ 970722 h 3882887"/>
              <a:gd name="connsiteX2" fmla="*/ 7297610 w 7885044"/>
              <a:gd name="connsiteY2" fmla="*/ 970722 h 3882887"/>
              <a:gd name="connsiteX3" fmla="*/ 3699841 w 7885044"/>
              <a:gd name="connsiteY3" fmla="*/ 3838369 h 3882887"/>
              <a:gd name="connsiteX4" fmla="*/ 6326888 w 7885044"/>
              <a:gd name="connsiteY4" fmla="*/ 970721 h 3882887"/>
              <a:gd name="connsiteX5" fmla="*/ 5841527 w 7885044"/>
              <a:gd name="connsiteY5" fmla="*/ 970722 h 3882887"/>
              <a:gd name="connsiteX6" fmla="*/ 6914322 w 7885044"/>
              <a:gd name="connsiteY6" fmla="*/ 0 h 3882887"/>
              <a:gd name="connsiteX0-1" fmla="*/ 3214481 w 7885044"/>
              <a:gd name="connsiteY0-2" fmla="*/ 3882887 h 3882887"/>
              <a:gd name="connsiteX1-3" fmla="*/ 0 w 7885044"/>
              <a:gd name="connsiteY1-4" fmla="*/ 0 h 3882887"/>
              <a:gd name="connsiteX2-5" fmla="*/ 970722 w 7885044"/>
              <a:gd name="connsiteY2-6" fmla="*/ 0 h 3882887"/>
              <a:gd name="connsiteX3-7" fmla="*/ 4185203 w 7885044"/>
              <a:gd name="connsiteY3-8" fmla="*/ 3882887 h 3882887"/>
              <a:gd name="connsiteX4-9" fmla="*/ 3214481 w 7885044"/>
              <a:gd name="connsiteY4-10" fmla="*/ 3882887 h 3882887"/>
              <a:gd name="connsiteX0-11" fmla="*/ 3699842 w 7885044"/>
              <a:gd name="connsiteY0-12" fmla="*/ 3838370 h 3882887"/>
              <a:gd name="connsiteX1-13" fmla="*/ 6326889 w 7885044"/>
              <a:gd name="connsiteY1-14" fmla="*/ 970722 h 3882887"/>
              <a:gd name="connsiteX2-15" fmla="*/ 5841527 w 7885044"/>
              <a:gd name="connsiteY2-16" fmla="*/ 970722 h 3882887"/>
              <a:gd name="connsiteX3-17" fmla="*/ 6914322 w 7885044"/>
              <a:gd name="connsiteY3-18" fmla="*/ 0 h 3882887"/>
              <a:gd name="connsiteX4-19" fmla="*/ 7782971 w 7885044"/>
              <a:gd name="connsiteY4-20" fmla="*/ 970722 h 3882887"/>
              <a:gd name="connsiteX5-21" fmla="*/ 7297610 w 7885044"/>
              <a:gd name="connsiteY5-22" fmla="*/ 970722 h 3882887"/>
              <a:gd name="connsiteX6-23" fmla="*/ 4185202 w 7885044"/>
              <a:gd name="connsiteY6-24" fmla="*/ 3882887 h 3882887"/>
              <a:gd name="connsiteX7" fmla="*/ 3214481 w 7885044"/>
              <a:gd name="connsiteY7" fmla="*/ 3882887 h 3882887"/>
              <a:gd name="connsiteX8" fmla="*/ 0 w 7885044"/>
              <a:gd name="connsiteY8" fmla="*/ 0 h 3882887"/>
              <a:gd name="connsiteX9" fmla="*/ 970722 w 7885044"/>
              <a:gd name="connsiteY9" fmla="*/ 0 h 3882887"/>
              <a:gd name="connsiteX10" fmla="*/ 4185203 w 7885044"/>
              <a:gd name="connsiteY10" fmla="*/ 3882887 h 3882887"/>
              <a:gd name="connsiteX0-25" fmla="*/ 6914322 w 7782971"/>
              <a:gd name="connsiteY0-26" fmla="*/ 0 h 3883284"/>
              <a:gd name="connsiteX1-27" fmla="*/ 7782971 w 7782971"/>
              <a:gd name="connsiteY1-28" fmla="*/ 970722 h 3883284"/>
              <a:gd name="connsiteX2-29" fmla="*/ 7297610 w 7782971"/>
              <a:gd name="connsiteY2-30" fmla="*/ 970722 h 3883284"/>
              <a:gd name="connsiteX3-31" fmla="*/ 3699841 w 7782971"/>
              <a:gd name="connsiteY3-32" fmla="*/ 3838369 h 3883284"/>
              <a:gd name="connsiteX4-33" fmla="*/ 6326888 w 7782971"/>
              <a:gd name="connsiteY4-34" fmla="*/ 970721 h 3883284"/>
              <a:gd name="connsiteX5-35" fmla="*/ 5841527 w 7782971"/>
              <a:gd name="connsiteY5-36" fmla="*/ 970722 h 3883284"/>
              <a:gd name="connsiteX6-37" fmla="*/ 6914322 w 7782971"/>
              <a:gd name="connsiteY6-38" fmla="*/ 0 h 3883284"/>
              <a:gd name="connsiteX0-39" fmla="*/ 3214481 w 7782971"/>
              <a:gd name="connsiteY0-40" fmla="*/ 3882887 h 3883284"/>
              <a:gd name="connsiteX1-41" fmla="*/ 0 w 7782971"/>
              <a:gd name="connsiteY1-42" fmla="*/ 0 h 3883284"/>
              <a:gd name="connsiteX2-43" fmla="*/ 970722 w 7782971"/>
              <a:gd name="connsiteY2-44" fmla="*/ 0 h 3883284"/>
              <a:gd name="connsiteX3-45" fmla="*/ 4185203 w 7782971"/>
              <a:gd name="connsiteY3-46" fmla="*/ 3882887 h 3883284"/>
              <a:gd name="connsiteX4-47" fmla="*/ 3214481 w 7782971"/>
              <a:gd name="connsiteY4-48" fmla="*/ 3882887 h 3883284"/>
              <a:gd name="connsiteX0-49" fmla="*/ 3699842 w 7782971"/>
              <a:gd name="connsiteY0-50" fmla="*/ 3838370 h 3883284"/>
              <a:gd name="connsiteX1-51" fmla="*/ 6326889 w 7782971"/>
              <a:gd name="connsiteY1-52" fmla="*/ 970722 h 3883284"/>
              <a:gd name="connsiteX2-53" fmla="*/ 5841527 w 7782971"/>
              <a:gd name="connsiteY2-54" fmla="*/ 970722 h 3883284"/>
              <a:gd name="connsiteX3-55" fmla="*/ 6914322 w 7782971"/>
              <a:gd name="connsiteY3-56" fmla="*/ 0 h 3883284"/>
              <a:gd name="connsiteX4-57" fmla="*/ 7782971 w 7782971"/>
              <a:gd name="connsiteY4-58" fmla="*/ 970722 h 3883284"/>
              <a:gd name="connsiteX5-59" fmla="*/ 7297610 w 7782971"/>
              <a:gd name="connsiteY5-60" fmla="*/ 970722 h 3883284"/>
              <a:gd name="connsiteX6-61" fmla="*/ 4185202 w 7782971"/>
              <a:gd name="connsiteY6-62" fmla="*/ 3882887 h 3883284"/>
              <a:gd name="connsiteX7-63" fmla="*/ 0 w 7782971"/>
              <a:gd name="connsiteY7-64" fmla="*/ 0 h 3883284"/>
              <a:gd name="connsiteX8-65" fmla="*/ 970722 w 7782971"/>
              <a:gd name="connsiteY8-66" fmla="*/ 0 h 3883284"/>
              <a:gd name="connsiteX9-67" fmla="*/ 4185203 w 7782971"/>
              <a:gd name="connsiteY9-68" fmla="*/ 3882887 h 3883284"/>
              <a:gd name="connsiteX0-69" fmla="*/ 6914322 w 7782971"/>
              <a:gd name="connsiteY0-70" fmla="*/ 0 h 3883284"/>
              <a:gd name="connsiteX1-71" fmla="*/ 7782971 w 7782971"/>
              <a:gd name="connsiteY1-72" fmla="*/ 970722 h 3883284"/>
              <a:gd name="connsiteX2-73" fmla="*/ 7297610 w 7782971"/>
              <a:gd name="connsiteY2-74" fmla="*/ 970722 h 3883284"/>
              <a:gd name="connsiteX3-75" fmla="*/ 3699841 w 7782971"/>
              <a:gd name="connsiteY3-76" fmla="*/ 3838369 h 3883284"/>
              <a:gd name="connsiteX4-77" fmla="*/ 6326888 w 7782971"/>
              <a:gd name="connsiteY4-78" fmla="*/ 970721 h 3883284"/>
              <a:gd name="connsiteX5-79" fmla="*/ 5841527 w 7782971"/>
              <a:gd name="connsiteY5-80" fmla="*/ 970722 h 3883284"/>
              <a:gd name="connsiteX6-81" fmla="*/ 6914322 w 7782971"/>
              <a:gd name="connsiteY6-82" fmla="*/ 0 h 3883284"/>
              <a:gd name="connsiteX0-83" fmla="*/ 4185203 w 7782971"/>
              <a:gd name="connsiteY0-84" fmla="*/ 3882887 h 3883284"/>
              <a:gd name="connsiteX1-85" fmla="*/ 0 w 7782971"/>
              <a:gd name="connsiteY1-86" fmla="*/ 0 h 3883284"/>
              <a:gd name="connsiteX2-87" fmla="*/ 970722 w 7782971"/>
              <a:gd name="connsiteY2-88" fmla="*/ 0 h 3883284"/>
              <a:gd name="connsiteX3-89" fmla="*/ 4185203 w 7782971"/>
              <a:gd name="connsiteY3-90" fmla="*/ 3882887 h 3883284"/>
              <a:gd name="connsiteX0-91" fmla="*/ 3699842 w 7782971"/>
              <a:gd name="connsiteY0-92" fmla="*/ 3838370 h 3883284"/>
              <a:gd name="connsiteX1-93" fmla="*/ 6326889 w 7782971"/>
              <a:gd name="connsiteY1-94" fmla="*/ 970722 h 3883284"/>
              <a:gd name="connsiteX2-95" fmla="*/ 5841527 w 7782971"/>
              <a:gd name="connsiteY2-96" fmla="*/ 970722 h 3883284"/>
              <a:gd name="connsiteX3-97" fmla="*/ 6914322 w 7782971"/>
              <a:gd name="connsiteY3-98" fmla="*/ 0 h 3883284"/>
              <a:gd name="connsiteX4-99" fmla="*/ 7782971 w 7782971"/>
              <a:gd name="connsiteY4-100" fmla="*/ 970722 h 3883284"/>
              <a:gd name="connsiteX5-101" fmla="*/ 7297610 w 7782971"/>
              <a:gd name="connsiteY5-102" fmla="*/ 970722 h 3883284"/>
              <a:gd name="connsiteX6-103" fmla="*/ 4185202 w 7782971"/>
              <a:gd name="connsiteY6-104" fmla="*/ 3882887 h 3883284"/>
              <a:gd name="connsiteX7-105" fmla="*/ 0 w 7782971"/>
              <a:gd name="connsiteY7-106" fmla="*/ 0 h 3883284"/>
              <a:gd name="connsiteX8-107" fmla="*/ 970722 w 7782971"/>
              <a:gd name="connsiteY8-108" fmla="*/ 0 h 3883284"/>
              <a:gd name="connsiteX9-109" fmla="*/ 4185203 w 7782971"/>
              <a:gd name="connsiteY9-110" fmla="*/ 3882887 h 3883284"/>
              <a:gd name="connsiteX0-111" fmla="*/ 6914322 w 7782971"/>
              <a:gd name="connsiteY0-112" fmla="*/ 0 h 3883284"/>
              <a:gd name="connsiteX1-113" fmla="*/ 7782971 w 7782971"/>
              <a:gd name="connsiteY1-114" fmla="*/ 970722 h 3883284"/>
              <a:gd name="connsiteX2-115" fmla="*/ 7297610 w 7782971"/>
              <a:gd name="connsiteY2-116" fmla="*/ 970722 h 3883284"/>
              <a:gd name="connsiteX3-117" fmla="*/ 3699841 w 7782971"/>
              <a:gd name="connsiteY3-118" fmla="*/ 3838369 h 3883284"/>
              <a:gd name="connsiteX4-119" fmla="*/ 6326888 w 7782971"/>
              <a:gd name="connsiteY4-120" fmla="*/ 970721 h 3883284"/>
              <a:gd name="connsiteX5-121" fmla="*/ 5841527 w 7782971"/>
              <a:gd name="connsiteY5-122" fmla="*/ 970722 h 3883284"/>
              <a:gd name="connsiteX6-123" fmla="*/ 6914322 w 7782971"/>
              <a:gd name="connsiteY6-124" fmla="*/ 0 h 3883284"/>
              <a:gd name="connsiteX0-125" fmla="*/ 4185203 w 7782971"/>
              <a:gd name="connsiteY0-126" fmla="*/ 3882887 h 3883284"/>
              <a:gd name="connsiteX1-127" fmla="*/ 0 w 7782971"/>
              <a:gd name="connsiteY1-128" fmla="*/ 0 h 3883284"/>
              <a:gd name="connsiteX2-129" fmla="*/ 970722 w 7782971"/>
              <a:gd name="connsiteY2-130" fmla="*/ 0 h 3883284"/>
              <a:gd name="connsiteX3-131" fmla="*/ 4185203 w 7782971"/>
              <a:gd name="connsiteY3-132" fmla="*/ 3882887 h 3883284"/>
              <a:gd name="connsiteX0-133" fmla="*/ 3699842 w 7782971"/>
              <a:gd name="connsiteY0-134" fmla="*/ 3838370 h 3883284"/>
              <a:gd name="connsiteX1-135" fmla="*/ 6326889 w 7782971"/>
              <a:gd name="connsiteY1-136" fmla="*/ 970722 h 3883284"/>
              <a:gd name="connsiteX2-137" fmla="*/ 5841527 w 7782971"/>
              <a:gd name="connsiteY2-138" fmla="*/ 970722 h 3883284"/>
              <a:gd name="connsiteX3-139" fmla="*/ 6914322 w 7782971"/>
              <a:gd name="connsiteY3-140" fmla="*/ 0 h 3883284"/>
              <a:gd name="connsiteX4-141" fmla="*/ 7782971 w 7782971"/>
              <a:gd name="connsiteY4-142" fmla="*/ 970722 h 3883284"/>
              <a:gd name="connsiteX5-143" fmla="*/ 7297610 w 7782971"/>
              <a:gd name="connsiteY5-144" fmla="*/ 970722 h 3883284"/>
              <a:gd name="connsiteX6-145" fmla="*/ 4185202 w 7782971"/>
              <a:gd name="connsiteY6-146" fmla="*/ 3882887 h 3883284"/>
              <a:gd name="connsiteX7-147" fmla="*/ 0 w 7782971"/>
              <a:gd name="connsiteY7-148" fmla="*/ 0 h 3883284"/>
              <a:gd name="connsiteX8-149" fmla="*/ 4185203 w 7782971"/>
              <a:gd name="connsiteY8-150" fmla="*/ 3882887 h 3883284"/>
              <a:gd name="connsiteX0-151" fmla="*/ 6914322 w 7782971"/>
              <a:gd name="connsiteY0-152" fmla="*/ 0 h 3883284"/>
              <a:gd name="connsiteX1-153" fmla="*/ 7782971 w 7782971"/>
              <a:gd name="connsiteY1-154" fmla="*/ 970722 h 3883284"/>
              <a:gd name="connsiteX2-155" fmla="*/ 7297610 w 7782971"/>
              <a:gd name="connsiteY2-156" fmla="*/ 970722 h 3883284"/>
              <a:gd name="connsiteX3-157" fmla="*/ 3699841 w 7782971"/>
              <a:gd name="connsiteY3-158" fmla="*/ 3838369 h 3883284"/>
              <a:gd name="connsiteX4-159" fmla="*/ 6326888 w 7782971"/>
              <a:gd name="connsiteY4-160" fmla="*/ 970721 h 3883284"/>
              <a:gd name="connsiteX5-161" fmla="*/ 5841527 w 7782971"/>
              <a:gd name="connsiteY5-162" fmla="*/ 970722 h 3883284"/>
              <a:gd name="connsiteX6-163" fmla="*/ 6914322 w 7782971"/>
              <a:gd name="connsiteY6-164" fmla="*/ 0 h 3883284"/>
              <a:gd name="connsiteX0-165" fmla="*/ 4185203 w 7782971"/>
              <a:gd name="connsiteY0-166" fmla="*/ 3882887 h 3883284"/>
              <a:gd name="connsiteX1-167" fmla="*/ 0 w 7782971"/>
              <a:gd name="connsiteY1-168" fmla="*/ 0 h 3883284"/>
              <a:gd name="connsiteX2-169" fmla="*/ 4185203 w 7782971"/>
              <a:gd name="connsiteY2-170" fmla="*/ 3882887 h 3883284"/>
              <a:gd name="connsiteX0-171" fmla="*/ 3699842 w 7782971"/>
              <a:gd name="connsiteY0-172" fmla="*/ 3838370 h 3883284"/>
              <a:gd name="connsiteX1-173" fmla="*/ 6326889 w 7782971"/>
              <a:gd name="connsiteY1-174" fmla="*/ 970722 h 3883284"/>
              <a:gd name="connsiteX2-175" fmla="*/ 5841527 w 7782971"/>
              <a:gd name="connsiteY2-176" fmla="*/ 970722 h 3883284"/>
              <a:gd name="connsiteX3-177" fmla="*/ 6914322 w 7782971"/>
              <a:gd name="connsiteY3-178" fmla="*/ 0 h 3883284"/>
              <a:gd name="connsiteX4-179" fmla="*/ 7782971 w 7782971"/>
              <a:gd name="connsiteY4-180" fmla="*/ 970722 h 3883284"/>
              <a:gd name="connsiteX5-181" fmla="*/ 7297610 w 7782971"/>
              <a:gd name="connsiteY5-182" fmla="*/ 970722 h 3883284"/>
              <a:gd name="connsiteX6-183" fmla="*/ 4185202 w 7782971"/>
              <a:gd name="connsiteY6-184" fmla="*/ 3882887 h 3883284"/>
              <a:gd name="connsiteX7-185" fmla="*/ 0 w 7782971"/>
              <a:gd name="connsiteY7-186" fmla="*/ 0 h 3883284"/>
              <a:gd name="connsiteX8-187" fmla="*/ 4185203 w 7782971"/>
              <a:gd name="connsiteY8-188" fmla="*/ 3882887 h 3883284"/>
              <a:gd name="connsiteX0-189" fmla="*/ 6914322 w 7782971"/>
              <a:gd name="connsiteY0-190" fmla="*/ 0 h 3883284"/>
              <a:gd name="connsiteX1-191" fmla="*/ 7782971 w 7782971"/>
              <a:gd name="connsiteY1-192" fmla="*/ 970722 h 3883284"/>
              <a:gd name="connsiteX2-193" fmla="*/ 7297610 w 7782971"/>
              <a:gd name="connsiteY2-194" fmla="*/ 970722 h 3883284"/>
              <a:gd name="connsiteX3-195" fmla="*/ 3699841 w 7782971"/>
              <a:gd name="connsiteY3-196" fmla="*/ 3838369 h 3883284"/>
              <a:gd name="connsiteX4-197" fmla="*/ 6326888 w 7782971"/>
              <a:gd name="connsiteY4-198" fmla="*/ 970721 h 3883284"/>
              <a:gd name="connsiteX5-199" fmla="*/ 5841527 w 7782971"/>
              <a:gd name="connsiteY5-200" fmla="*/ 970722 h 3883284"/>
              <a:gd name="connsiteX6-201" fmla="*/ 6914322 w 7782971"/>
              <a:gd name="connsiteY6-202" fmla="*/ 0 h 3883284"/>
              <a:gd name="connsiteX0-203" fmla="*/ 4185203 w 7782971"/>
              <a:gd name="connsiteY0-204" fmla="*/ 3882887 h 3883284"/>
              <a:gd name="connsiteX1-205" fmla="*/ 0 w 7782971"/>
              <a:gd name="connsiteY1-206" fmla="*/ 0 h 3883284"/>
              <a:gd name="connsiteX2-207" fmla="*/ 4185203 w 7782971"/>
              <a:gd name="connsiteY2-208" fmla="*/ 3882887 h 3883284"/>
              <a:gd name="connsiteX0-209" fmla="*/ 3699842 w 7782971"/>
              <a:gd name="connsiteY0-210" fmla="*/ 3838370 h 3883284"/>
              <a:gd name="connsiteX1-211" fmla="*/ 6326889 w 7782971"/>
              <a:gd name="connsiteY1-212" fmla="*/ 970722 h 3883284"/>
              <a:gd name="connsiteX2-213" fmla="*/ 5841527 w 7782971"/>
              <a:gd name="connsiteY2-214" fmla="*/ 970722 h 3883284"/>
              <a:gd name="connsiteX3-215" fmla="*/ 6914322 w 7782971"/>
              <a:gd name="connsiteY3-216" fmla="*/ 0 h 3883284"/>
              <a:gd name="connsiteX4-217" fmla="*/ 7782971 w 7782971"/>
              <a:gd name="connsiteY4-218" fmla="*/ 970722 h 3883284"/>
              <a:gd name="connsiteX5-219" fmla="*/ 7297610 w 7782971"/>
              <a:gd name="connsiteY5-220" fmla="*/ 970722 h 3883284"/>
              <a:gd name="connsiteX6-221" fmla="*/ 4185202 w 7782971"/>
              <a:gd name="connsiteY6-222" fmla="*/ 3882887 h 3883284"/>
              <a:gd name="connsiteX7-223" fmla="*/ 4185203 w 7782971"/>
              <a:gd name="connsiteY7-224" fmla="*/ 3882887 h 38832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23" y="connsiteY6-24"/>
              </a:cxn>
              <a:cxn ang="0">
                <a:pos x="connsiteX7-63" y="connsiteY7-64"/>
              </a:cxn>
            </a:cxnLst>
            <a:rect l="l" t="t" r="r" b="b"/>
            <a:pathLst>
              <a:path w="7782971" h="3883284" stroke="0" extrusionOk="0">
                <a:moveTo>
                  <a:pt x="6914322" y="0"/>
                </a:moveTo>
                <a:lnTo>
                  <a:pt x="7782971" y="970722"/>
                </a:lnTo>
                <a:lnTo>
                  <a:pt x="7297610" y="970722"/>
                </a:lnTo>
                <a:cubicBezTo>
                  <a:pt x="6885192" y="2900144"/>
                  <a:pt x="5330600" y="4139251"/>
                  <a:pt x="3699841" y="3838369"/>
                </a:cubicBezTo>
                <a:cubicBezTo>
                  <a:pt x="4971720" y="3603702"/>
                  <a:pt x="6005231" y="2475537"/>
                  <a:pt x="6326888" y="970721"/>
                </a:cubicBezTo>
                <a:lnTo>
                  <a:pt x="5841527" y="970722"/>
                </a:lnTo>
                <a:lnTo>
                  <a:pt x="6914322" y="0"/>
                </a:lnTo>
                <a:close/>
              </a:path>
              <a:path w="7782971" h="3883284" fill="darkenLess" stroke="0" extrusionOk="0">
                <a:moveTo>
                  <a:pt x="4185203" y="3882887"/>
                </a:moveTo>
                <a:lnTo>
                  <a:pt x="0" y="0"/>
                </a:lnTo>
                <a:lnTo>
                  <a:pt x="4185203" y="3882887"/>
                </a:lnTo>
                <a:close/>
              </a:path>
              <a:path w="7782971" h="3883284" fill="none" extrusionOk="0">
                <a:moveTo>
                  <a:pt x="3699842" y="3838370"/>
                </a:moveTo>
                <a:cubicBezTo>
                  <a:pt x="4971721" y="3603703"/>
                  <a:pt x="6005232" y="2475538"/>
                  <a:pt x="6326889" y="970722"/>
                </a:cubicBezTo>
                <a:lnTo>
                  <a:pt x="5841527" y="970722"/>
                </a:lnTo>
                <a:lnTo>
                  <a:pt x="6914322" y="0"/>
                </a:lnTo>
                <a:lnTo>
                  <a:pt x="7782971" y="970722"/>
                </a:lnTo>
                <a:lnTo>
                  <a:pt x="7297610" y="970722"/>
                </a:lnTo>
                <a:cubicBezTo>
                  <a:pt x="6931160" y="2685088"/>
                  <a:pt x="5651000" y="3882887"/>
                  <a:pt x="4185202" y="3882887"/>
                </a:cubicBezTo>
                <a:lnTo>
                  <a:pt x="4185203" y="3882887"/>
                </a:lnTo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3843131" y="5294485"/>
            <a:ext cx="384314" cy="3843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380383" y="4168050"/>
            <a:ext cx="503585" cy="5035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6374296" y="2750069"/>
            <a:ext cx="596348" cy="5963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255113" y="5527965"/>
            <a:ext cx="3531078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医院新闻可以帮助患者选择适合的医院，辅助患者就医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369060" y="3844925"/>
            <a:ext cx="355727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建立科室医生档案，维护医院的科室、医生信息，以便患者预约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705856" y="2812621"/>
            <a:ext cx="3531078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预约挂号功能是系统的核心模块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8786191" y="2478157"/>
            <a:ext cx="17625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9036518" y="1954937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预约挂号</a:t>
            </a:r>
            <a:endParaRPr lang="zh-CN" altLang="en-US" sz="28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2715234" y="3646102"/>
            <a:ext cx="17625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2965561" y="3122882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科室医生档案</a:t>
            </a:r>
            <a:endParaRPr lang="zh-CN" altLang="en-US" sz="28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6089375" y="5405445"/>
            <a:ext cx="17625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6339702" y="488222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新闻时政</a:t>
            </a:r>
            <a:endParaRPr lang="zh-CN" altLang="en-US" sz="28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  <p:bldLst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/>
          <p:cNvCxnSpPr/>
          <p:nvPr/>
        </p:nvCxnSpPr>
        <p:spPr>
          <a:xfrm>
            <a:off x="0" y="422972"/>
            <a:ext cx="117733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7333" y="161362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系统功能模块</a:t>
            </a:r>
            <a:endParaRPr lang="zh-CN" altLang="en-US" sz="28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959" y="224190"/>
            <a:ext cx="397565" cy="3975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同心圆 2"/>
          <p:cNvSpPr/>
          <p:nvPr/>
        </p:nvSpPr>
        <p:spPr>
          <a:xfrm>
            <a:off x="876001" y="1846372"/>
            <a:ext cx="1994682" cy="1994682"/>
          </a:xfrm>
          <a:prstGeom prst="donut">
            <a:avLst>
              <a:gd name="adj" fmla="val 1188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同心圆 8"/>
          <p:cNvSpPr/>
          <p:nvPr/>
        </p:nvSpPr>
        <p:spPr>
          <a:xfrm>
            <a:off x="3699764" y="3921376"/>
            <a:ext cx="1994682" cy="1994682"/>
          </a:xfrm>
          <a:prstGeom prst="donut">
            <a:avLst>
              <a:gd name="adj" fmla="val 1188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同心圆 9"/>
          <p:cNvSpPr/>
          <p:nvPr/>
        </p:nvSpPr>
        <p:spPr>
          <a:xfrm>
            <a:off x="6523527" y="1846372"/>
            <a:ext cx="1994682" cy="1994682"/>
          </a:xfrm>
          <a:prstGeom prst="donut">
            <a:avLst>
              <a:gd name="adj" fmla="val 1188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9128638" y="3921376"/>
            <a:ext cx="1994682" cy="1994682"/>
          </a:xfrm>
          <a:prstGeom prst="donut">
            <a:avLst>
              <a:gd name="adj" fmla="val 1188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32499" y="4547706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系统基础模块</a:t>
            </a:r>
            <a:endParaRPr lang="zh-CN" altLang="en-US" sz="24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50254" y="5040148"/>
            <a:ext cx="2439244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登陆用户管理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用户权限管理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系统日志管理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数据字典管理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88761" y="1656648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科室医生档案</a:t>
            </a:r>
            <a:endParaRPr lang="zh-CN" altLang="en-US" sz="24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477483" y="2198635"/>
            <a:ext cx="2439244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科室档案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医生档案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科室和医生的关联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grpSp>
        <p:nvGrpSpPr>
          <p:cNvPr id="21" name="Group 238"/>
          <p:cNvGrpSpPr/>
          <p:nvPr/>
        </p:nvGrpSpPr>
        <p:grpSpPr>
          <a:xfrm>
            <a:off x="1708260" y="2541496"/>
            <a:ext cx="390525" cy="549275"/>
            <a:chOff x="3686175" y="3886200"/>
            <a:chExt cx="390525" cy="549275"/>
          </a:xfrm>
          <a:solidFill>
            <a:schemeClr val="tx2"/>
          </a:solidFill>
        </p:grpSpPr>
        <p:sp>
          <p:nvSpPr>
            <p:cNvPr id="32" name="Freeform 64"/>
            <p:cNvSpPr>
              <a:spLocks noEditPoints="1"/>
            </p:cNvSpPr>
            <p:nvPr/>
          </p:nvSpPr>
          <p:spPr bwMode="auto">
            <a:xfrm>
              <a:off x="3686175" y="3886200"/>
              <a:ext cx="390525" cy="549275"/>
            </a:xfrm>
            <a:custGeom>
              <a:avLst/>
              <a:gdLst>
                <a:gd name="T0" fmla="*/ 52 w 104"/>
                <a:gd name="T1" fmla="*/ 146 h 146"/>
                <a:gd name="T2" fmla="*/ 49 w 104"/>
                <a:gd name="T3" fmla="*/ 142 h 146"/>
                <a:gd name="T4" fmla="*/ 0 w 104"/>
                <a:gd name="T5" fmla="*/ 52 h 146"/>
                <a:gd name="T6" fmla="*/ 52 w 104"/>
                <a:gd name="T7" fmla="*/ 0 h 146"/>
                <a:gd name="T8" fmla="*/ 104 w 104"/>
                <a:gd name="T9" fmla="*/ 52 h 146"/>
                <a:gd name="T10" fmla="*/ 55 w 104"/>
                <a:gd name="T11" fmla="*/ 142 h 146"/>
                <a:gd name="T12" fmla="*/ 52 w 104"/>
                <a:gd name="T13" fmla="*/ 146 h 146"/>
                <a:gd name="T14" fmla="*/ 52 w 104"/>
                <a:gd name="T15" fmla="*/ 8 h 146"/>
                <a:gd name="T16" fmla="*/ 8 w 104"/>
                <a:gd name="T17" fmla="*/ 52 h 146"/>
                <a:gd name="T18" fmla="*/ 52 w 104"/>
                <a:gd name="T19" fmla="*/ 134 h 146"/>
                <a:gd name="T20" fmla="*/ 96 w 104"/>
                <a:gd name="T21" fmla="*/ 52 h 146"/>
                <a:gd name="T22" fmla="*/ 52 w 104"/>
                <a:gd name="T23" fmla="*/ 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4" h="146">
                  <a:moveTo>
                    <a:pt x="52" y="146"/>
                  </a:moveTo>
                  <a:cubicBezTo>
                    <a:pt x="49" y="142"/>
                    <a:pt x="49" y="142"/>
                    <a:pt x="49" y="142"/>
                  </a:cubicBezTo>
                  <a:cubicBezTo>
                    <a:pt x="47" y="140"/>
                    <a:pt x="0" y="85"/>
                    <a:pt x="0" y="52"/>
                  </a:cubicBezTo>
                  <a:cubicBezTo>
                    <a:pt x="0" y="23"/>
                    <a:pt x="23" y="0"/>
                    <a:pt x="52" y="0"/>
                  </a:cubicBezTo>
                  <a:cubicBezTo>
                    <a:pt x="81" y="0"/>
                    <a:pt x="104" y="23"/>
                    <a:pt x="104" y="52"/>
                  </a:cubicBezTo>
                  <a:cubicBezTo>
                    <a:pt x="104" y="85"/>
                    <a:pt x="57" y="140"/>
                    <a:pt x="55" y="142"/>
                  </a:cubicBezTo>
                  <a:lnTo>
                    <a:pt x="52" y="146"/>
                  </a:lnTo>
                  <a:close/>
                  <a:moveTo>
                    <a:pt x="52" y="8"/>
                  </a:moveTo>
                  <a:cubicBezTo>
                    <a:pt x="28" y="8"/>
                    <a:pt x="8" y="28"/>
                    <a:pt x="8" y="52"/>
                  </a:cubicBezTo>
                  <a:cubicBezTo>
                    <a:pt x="8" y="78"/>
                    <a:pt x="42" y="122"/>
                    <a:pt x="52" y="134"/>
                  </a:cubicBezTo>
                  <a:cubicBezTo>
                    <a:pt x="62" y="122"/>
                    <a:pt x="96" y="78"/>
                    <a:pt x="96" y="52"/>
                  </a:cubicBezTo>
                  <a:cubicBezTo>
                    <a:pt x="96" y="28"/>
                    <a:pt x="76" y="8"/>
                    <a:pt x="5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  <p:sp>
          <p:nvSpPr>
            <p:cNvPr id="33" name="Freeform 65"/>
            <p:cNvSpPr>
              <a:spLocks noEditPoints="1"/>
            </p:cNvSpPr>
            <p:nvPr/>
          </p:nvSpPr>
          <p:spPr bwMode="auto">
            <a:xfrm>
              <a:off x="3805238" y="4006850"/>
              <a:ext cx="150812" cy="150813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</p:grpSp>
      <p:grpSp>
        <p:nvGrpSpPr>
          <p:cNvPr id="22" name="Group 239"/>
          <p:cNvGrpSpPr/>
          <p:nvPr/>
        </p:nvGrpSpPr>
        <p:grpSpPr>
          <a:xfrm>
            <a:off x="9900554" y="4693292"/>
            <a:ext cx="450850" cy="450850"/>
            <a:chOff x="4406900" y="3946525"/>
            <a:chExt cx="450850" cy="450850"/>
          </a:xfrm>
          <a:solidFill>
            <a:schemeClr val="tx2"/>
          </a:solidFill>
        </p:grpSpPr>
        <p:sp>
          <p:nvSpPr>
            <p:cNvPr id="27" name="Freeform 70"/>
            <p:cNvSpPr>
              <a:spLocks noEditPoints="1"/>
            </p:cNvSpPr>
            <p:nvPr/>
          </p:nvSpPr>
          <p:spPr bwMode="auto">
            <a:xfrm>
              <a:off x="4406900" y="4097338"/>
              <a:ext cx="150812" cy="150813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  <p:sp>
          <p:nvSpPr>
            <p:cNvPr id="28" name="Freeform 71"/>
            <p:cNvSpPr>
              <a:spLocks noEditPoints="1"/>
            </p:cNvSpPr>
            <p:nvPr/>
          </p:nvSpPr>
          <p:spPr bwMode="auto">
            <a:xfrm>
              <a:off x="4706938" y="3946525"/>
              <a:ext cx="150812" cy="150813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  <p:sp>
          <p:nvSpPr>
            <p:cNvPr id="29" name="Freeform 72"/>
            <p:cNvSpPr>
              <a:spLocks noEditPoints="1"/>
            </p:cNvSpPr>
            <p:nvPr/>
          </p:nvSpPr>
          <p:spPr bwMode="auto">
            <a:xfrm>
              <a:off x="4706938" y="4248150"/>
              <a:ext cx="150812" cy="149225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  <p:sp>
          <p:nvSpPr>
            <p:cNvPr id="30" name="Freeform 73"/>
            <p:cNvSpPr/>
            <p:nvPr/>
          </p:nvSpPr>
          <p:spPr bwMode="auto">
            <a:xfrm>
              <a:off x="4527550" y="4187825"/>
              <a:ext cx="209550" cy="119063"/>
            </a:xfrm>
            <a:custGeom>
              <a:avLst/>
              <a:gdLst>
                <a:gd name="T0" fmla="*/ 123 w 132"/>
                <a:gd name="T1" fmla="*/ 75 h 75"/>
                <a:gd name="T2" fmla="*/ 0 w 132"/>
                <a:gd name="T3" fmla="*/ 16 h 75"/>
                <a:gd name="T4" fmla="*/ 9 w 132"/>
                <a:gd name="T5" fmla="*/ 0 h 75"/>
                <a:gd name="T6" fmla="*/ 132 w 132"/>
                <a:gd name="T7" fmla="*/ 59 h 75"/>
                <a:gd name="T8" fmla="*/ 123 w 132"/>
                <a:gd name="T9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75">
                  <a:moveTo>
                    <a:pt x="123" y="75"/>
                  </a:moveTo>
                  <a:lnTo>
                    <a:pt x="0" y="16"/>
                  </a:lnTo>
                  <a:lnTo>
                    <a:pt x="9" y="0"/>
                  </a:lnTo>
                  <a:lnTo>
                    <a:pt x="132" y="59"/>
                  </a:lnTo>
                  <a:lnTo>
                    <a:pt x="12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  <p:sp>
          <p:nvSpPr>
            <p:cNvPr id="31" name="Freeform 74"/>
            <p:cNvSpPr/>
            <p:nvPr/>
          </p:nvSpPr>
          <p:spPr bwMode="auto">
            <a:xfrm>
              <a:off x="4527550" y="4037013"/>
              <a:ext cx="209550" cy="120650"/>
            </a:xfrm>
            <a:custGeom>
              <a:avLst/>
              <a:gdLst>
                <a:gd name="T0" fmla="*/ 9 w 132"/>
                <a:gd name="T1" fmla="*/ 76 h 76"/>
                <a:gd name="T2" fmla="*/ 0 w 132"/>
                <a:gd name="T3" fmla="*/ 59 h 76"/>
                <a:gd name="T4" fmla="*/ 123 w 132"/>
                <a:gd name="T5" fmla="*/ 0 h 76"/>
                <a:gd name="T6" fmla="*/ 132 w 132"/>
                <a:gd name="T7" fmla="*/ 17 h 76"/>
                <a:gd name="T8" fmla="*/ 9 w 132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76">
                  <a:moveTo>
                    <a:pt x="9" y="76"/>
                  </a:moveTo>
                  <a:lnTo>
                    <a:pt x="0" y="59"/>
                  </a:lnTo>
                  <a:lnTo>
                    <a:pt x="123" y="0"/>
                  </a:lnTo>
                  <a:lnTo>
                    <a:pt x="132" y="17"/>
                  </a:lnTo>
                  <a:lnTo>
                    <a:pt x="9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</p:grpSp>
      <p:sp>
        <p:nvSpPr>
          <p:cNvPr id="23" name="Freeform 240"/>
          <p:cNvSpPr/>
          <p:nvPr/>
        </p:nvSpPr>
        <p:spPr bwMode="auto">
          <a:xfrm>
            <a:off x="7338958" y="2562100"/>
            <a:ext cx="390525" cy="514351"/>
          </a:xfrm>
          <a:custGeom>
            <a:avLst/>
            <a:gdLst>
              <a:gd name="connsiteX0" fmla="*/ 45061 w 390525"/>
              <a:gd name="connsiteY0" fmla="*/ 153988 h 514351"/>
              <a:gd name="connsiteX1" fmla="*/ 150202 w 390525"/>
              <a:gd name="connsiteY1" fmla="*/ 153988 h 514351"/>
              <a:gd name="connsiteX2" fmla="*/ 150202 w 390525"/>
              <a:gd name="connsiteY2" fmla="*/ 184018 h 514351"/>
              <a:gd name="connsiteX3" fmla="*/ 45061 w 390525"/>
              <a:gd name="connsiteY3" fmla="*/ 184018 h 514351"/>
              <a:gd name="connsiteX4" fmla="*/ 30041 w 390525"/>
              <a:gd name="connsiteY4" fmla="*/ 199034 h 514351"/>
              <a:gd name="connsiteX5" fmla="*/ 30041 w 390525"/>
              <a:gd name="connsiteY5" fmla="*/ 469306 h 514351"/>
              <a:gd name="connsiteX6" fmla="*/ 45061 w 390525"/>
              <a:gd name="connsiteY6" fmla="*/ 484321 h 514351"/>
              <a:gd name="connsiteX7" fmla="*/ 345465 w 390525"/>
              <a:gd name="connsiteY7" fmla="*/ 484321 h 514351"/>
              <a:gd name="connsiteX8" fmla="*/ 360485 w 390525"/>
              <a:gd name="connsiteY8" fmla="*/ 469306 h 514351"/>
              <a:gd name="connsiteX9" fmla="*/ 360485 w 390525"/>
              <a:gd name="connsiteY9" fmla="*/ 199034 h 514351"/>
              <a:gd name="connsiteX10" fmla="*/ 345465 w 390525"/>
              <a:gd name="connsiteY10" fmla="*/ 184018 h 514351"/>
              <a:gd name="connsiteX11" fmla="*/ 240323 w 390525"/>
              <a:gd name="connsiteY11" fmla="*/ 184018 h 514351"/>
              <a:gd name="connsiteX12" fmla="*/ 240323 w 390525"/>
              <a:gd name="connsiteY12" fmla="*/ 153988 h 514351"/>
              <a:gd name="connsiteX13" fmla="*/ 345465 w 390525"/>
              <a:gd name="connsiteY13" fmla="*/ 153988 h 514351"/>
              <a:gd name="connsiteX14" fmla="*/ 390525 w 390525"/>
              <a:gd name="connsiteY14" fmla="*/ 199034 h 514351"/>
              <a:gd name="connsiteX15" fmla="*/ 390525 w 390525"/>
              <a:gd name="connsiteY15" fmla="*/ 469306 h 514351"/>
              <a:gd name="connsiteX16" fmla="*/ 345465 w 390525"/>
              <a:gd name="connsiteY16" fmla="*/ 514351 h 514351"/>
              <a:gd name="connsiteX17" fmla="*/ 45061 w 390525"/>
              <a:gd name="connsiteY17" fmla="*/ 514351 h 514351"/>
              <a:gd name="connsiteX18" fmla="*/ 0 w 390525"/>
              <a:gd name="connsiteY18" fmla="*/ 469306 h 514351"/>
              <a:gd name="connsiteX19" fmla="*/ 0 w 390525"/>
              <a:gd name="connsiteY19" fmla="*/ 199034 h 514351"/>
              <a:gd name="connsiteX20" fmla="*/ 45061 w 390525"/>
              <a:gd name="connsiteY20" fmla="*/ 153988 h 514351"/>
              <a:gd name="connsiteX21" fmla="*/ 195263 w 390525"/>
              <a:gd name="connsiteY21" fmla="*/ 0 h 514351"/>
              <a:gd name="connsiteX22" fmla="*/ 296863 w 390525"/>
              <a:gd name="connsiteY22" fmla="*/ 98425 h 514351"/>
              <a:gd name="connsiteX23" fmla="*/ 274638 w 390525"/>
              <a:gd name="connsiteY23" fmla="*/ 120650 h 514351"/>
              <a:gd name="connsiteX24" fmla="*/ 211137 w 390525"/>
              <a:gd name="connsiteY24" fmla="*/ 54609 h 514351"/>
              <a:gd name="connsiteX25" fmla="*/ 211137 w 390525"/>
              <a:gd name="connsiteY25" fmla="*/ 334963 h 514351"/>
              <a:gd name="connsiteX26" fmla="*/ 180975 w 390525"/>
              <a:gd name="connsiteY26" fmla="*/ 334963 h 514351"/>
              <a:gd name="connsiteX27" fmla="*/ 180975 w 390525"/>
              <a:gd name="connsiteY27" fmla="*/ 53263 h 514351"/>
              <a:gd name="connsiteX28" fmla="*/ 117476 w 390525"/>
              <a:gd name="connsiteY28" fmla="*/ 120650 h 514351"/>
              <a:gd name="connsiteX29" fmla="*/ 93663 w 390525"/>
              <a:gd name="connsiteY29" fmla="*/ 98425 h 51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0525" h="514351">
                <a:moveTo>
                  <a:pt x="45061" y="153988"/>
                </a:moveTo>
                <a:cubicBezTo>
                  <a:pt x="150202" y="153988"/>
                  <a:pt x="150202" y="153988"/>
                  <a:pt x="150202" y="153988"/>
                </a:cubicBezTo>
                <a:cubicBezTo>
                  <a:pt x="150202" y="184018"/>
                  <a:pt x="150202" y="184018"/>
                  <a:pt x="150202" y="184018"/>
                </a:cubicBezTo>
                <a:cubicBezTo>
                  <a:pt x="45061" y="184018"/>
                  <a:pt x="45061" y="184018"/>
                  <a:pt x="45061" y="184018"/>
                </a:cubicBezTo>
                <a:cubicBezTo>
                  <a:pt x="37551" y="184018"/>
                  <a:pt x="30041" y="191526"/>
                  <a:pt x="30041" y="199034"/>
                </a:cubicBezTo>
                <a:cubicBezTo>
                  <a:pt x="30041" y="469306"/>
                  <a:pt x="30041" y="469306"/>
                  <a:pt x="30041" y="469306"/>
                </a:cubicBezTo>
                <a:cubicBezTo>
                  <a:pt x="30041" y="476813"/>
                  <a:pt x="37551" y="484321"/>
                  <a:pt x="45061" y="484321"/>
                </a:cubicBezTo>
                <a:cubicBezTo>
                  <a:pt x="345465" y="484321"/>
                  <a:pt x="345465" y="484321"/>
                  <a:pt x="345465" y="484321"/>
                </a:cubicBezTo>
                <a:cubicBezTo>
                  <a:pt x="352975" y="484321"/>
                  <a:pt x="360485" y="476813"/>
                  <a:pt x="360485" y="469306"/>
                </a:cubicBezTo>
                <a:cubicBezTo>
                  <a:pt x="360485" y="199034"/>
                  <a:pt x="360485" y="199034"/>
                  <a:pt x="360485" y="199034"/>
                </a:cubicBezTo>
                <a:cubicBezTo>
                  <a:pt x="360485" y="191526"/>
                  <a:pt x="352975" y="184018"/>
                  <a:pt x="345465" y="184018"/>
                </a:cubicBezTo>
                <a:cubicBezTo>
                  <a:pt x="240323" y="184018"/>
                  <a:pt x="240323" y="184018"/>
                  <a:pt x="240323" y="184018"/>
                </a:cubicBezTo>
                <a:cubicBezTo>
                  <a:pt x="240323" y="153988"/>
                  <a:pt x="240323" y="153988"/>
                  <a:pt x="240323" y="153988"/>
                </a:cubicBezTo>
                <a:cubicBezTo>
                  <a:pt x="345465" y="153988"/>
                  <a:pt x="345465" y="153988"/>
                  <a:pt x="345465" y="153988"/>
                </a:cubicBezTo>
                <a:cubicBezTo>
                  <a:pt x="371750" y="153988"/>
                  <a:pt x="390525" y="172757"/>
                  <a:pt x="390525" y="199034"/>
                </a:cubicBezTo>
                <a:cubicBezTo>
                  <a:pt x="390525" y="469306"/>
                  <a:pt x="390525" y="469306"/>
                  <a:pt x="390525" y="469306"/>
                </a:cubicBezTo>
                <a:cubicBezTo>
                  <a:pt x="390525" y="495582"/>
                  <a:pt x="371750" y="514351"/>
                  <a:pt x="345465" y="514351"/>
                </a:cubicBezTo>
                <a:cubicBezTo>
                  <a:pt x="45061" y="514351"/>
                  <a:pt x="45061" y="514351"/>
                  <a:pt x="45061" y="514351"/>
                </a:cubicBezTo>
                <a:cubicBezTo>
                  <a:pt x="18775" y="514351"/>
                  <a:pt x="0" y="495582"/>
                  <a:pt x="0" y="469306"/>
                </a:cubicBezTo>
                <a:cubicBezTo>
                  <a:pt x="0" y="199034"/>
                  <a:pt x="0" y="199034"/>
                  <a:pt x="0" y="199034"/>
                </a:cubicBezTo>
                <a:cubicBezTo>
                  <a:pt x="0" y="172757"/>
                  <a:pt x="18775" y="153988"/>
                  <a:pt x="45061" y="153988"/>
                </a:cubicBezTo>
                <a:close/>
                <a:moveTo>
                  <a:pt x="195263" y="0"/>
                </a:moveTo>
                <a:lnTo>
                  <a:pt x="296863" y="98425"/>
                </a:lnTo>
                <a:lnTo>
                  <a:pt x="274638" y="120650"/>
                </a:lnTo>
                <a:lnTo>
                  <a:pt x="211137" y="54609"/>
                </a:lnTo>
                <a:lnTo>
                  <a:pt x="211137" y="334963"/>
                </a:lnTo>
                <a:lnTo>
                  <a:pt x="180975" y="334963"/>
                </a:lnTo>
                <a:lnTo>
                  <a:pt x="180975" y="53263"/>
                </a:lnTo>
                <a:lnTo>
                  <a:pt x="117476" y="120650"/>
                </a:lnTo>
                <a:lnTo>
                  <a:pt x="93663" y="9842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grpSp>
        <p:nvGrpSpPr>
          <p:cNvPr id="24" name="Group 242"/>
          <p:cNvGrpSpPr/>
          <p:nvPr/>
        </p:nvGrpSpPr>
        <p:grpSpPr>
          <a:xfrm>
            <a:off x="4441517" y="4628284"/>
            <a:ext cx="511175" cy="511175"/>
            <a:chOff x="5880100" y="4668838"/>
            <a:chExt cx="511175" cy="511175"/>
          </a:xfrm>
          <a:solidFill>
            <a:schemeClr val="tx2"/>
          </a:solidFill>
        </p:grpSpPr>
        <p:sp>
          <p:nvSpPr>
            <p:cNvPr id="25" name="Freeform 138"/>
            <p:cNvSpPr>
              <a:spLocks noEditPoints="1"/>
            </p:cNvSpPr>
            <p:nvPr/>
          </p:nvSpPr>
          <p:spPr bwMode="auto">
            <a:xfrm>
              <a:off x="5880100" y="4668838"/>
              <a:ext cx="511175" cy="511175"/>
            </a:xfrm>
            <a:custGeom>
              <a:avLst/>
              <a:gdLst>
                <a:gd name="T0" fmla="*/ 68 w 136"/>
                <a:gd name="T1" fmla="*/ 136 h 136"/>
                <a:gd name="T2" fmla="*/ 0 w 136"/>
                <a:gd name="T3" fmla="*/ 68 h 136"/>
                <a:gd name="T4" fmla="*/ 68 w 136"/>
                <a:gd name="T5" fmla="*/ 0 h 136"/>
                <a:gd name="T6" fmla="*/ 136 w 136"/>
                <a:gd name="T7" fmla="*/ 68 h 136"/>
                <a:gd name="T8" fmla="*/ 68 w 136"/>
                <a:gd name="T9" fmla="*/ 136 h 136"/>
                <a:gd name="T10" fmla="*/ 68 w 136"/>
                <a:gd name="T11" fmla="*/ 8 h 136"/>
                <a:gd name="T12" fmla="*/ 8 w 136"/>
                <a:gd name="T13" fmla="*/ 68 h 136"/>
                <a:gd name="T14" fmla="*/ 68 w 136"/>
                <a:gd name="T15" fmla="*/ 128 h 136"/>
                <a:gd name="T16" fmla="*/ 128 w 136"/>
                <a:gd name="T17" fmla="*/ 68 h 136"/>
                <a:gd name="T18" fmla="*/ 68 w 136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6" h="136">
                  <a:moveTo>
                    <a:pt x="68" y="136"/>
                  </a:moveTo>
                  <a:cubicBezTo>
                    <a:pt x="31" y="136"/>
                    <a:pt x="0" y="105"/>
                    <a:pt x="0" y="68"/>
                  </a:cubicBezTo>
                  <a:cubicBezTo>
                    <a:pt x="0" y="31"/>
                    <a:pt x="31" y="0"/>
                    <a:pt x="68" y="0"/>
                  </a:cubicBezTo>
                  <a:cubicBezTo>
                    <a:pt x="105" y="0"/>
                    <a:pt x="136" y="31"/>
                    <a:pt x="136" y="68"/>
                  </a:cubicBezTo>
                  <a:cubicBezTo>
                    <a:pt x="136" y="105"/>
                    <a:pt x="105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35" y="8"/>
                    <a:pt x="8" y="35"/>
                    <a:pt x="8" y="68"/>
                  </a:cubicBezTo>
                  <a:cubicBezTo>
                    <a:pt x="8" y="101"/>
                    <a:pt x="35" y="128"/>
                    <a:pt x="68" y="128"/>
                  </a:cubicBezTo>
                  <a:cubicBezTo>
                    <a:pt x="101" y="128"/>
                    <a:pt x="128" y="101"/>
                    <a:pt x="128" y="68"/>
                  </a:cubicBezTo>
                  <a:cubicBezTo>
                    <a:pt x="128" y="35"/>
                    <a:pt x="101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  <p:sp>
          <p:nvSpPr>
            <p:cNvPr id="26" name="Freeform 139"/>
            <p:cNvSpPr/>
            <p:nvPr/>
          </p:nvSpPr>
          <p:spPr bwMode="auto">
            <a:xfrm>
              <a:off x="6119813" y="4787900"/>
              <a:ext cx="117475" cy="268288"/>
            </a:xfrm>
            <a:custGeom>
              <a:avLst/>
              <a:gdLst>
                <a:gd name="T0" fmla="*/ 59 w 74"/>
                <a:gd name="T1" fmla="*/ 169 h 169"/>
                <a:gd name="T2" fmla="*/ 0 w 74"/>
                <a:gd name="T3" fmla="*/ 109 h 169"/>
                <a:gd name="T4" fmla="*/ 0 w 74"/>
                <a:gd name="T5" fmla="*/ 0 h 169"/>
                <a:gd name="T6" fmla="*/ 19 w 74"/>
                <a:gd name="T7" fmla="*/ 0 h 169"/>
                <a:gd name="T8" fmla="*/ 19 w 74"/>
                <a:gd name="T9" fmla="*/ 100 h 169"/>
                <a:gd name="T10" fmla="*/ 74 w 74"/>
                <a:gd name="T11" fmla="*/ 154 h 169"/>
                <a:gd name="T12" fmla="*/ 59 w 74"/>
                <a:gd name="T1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" h="169">
                  <a:moveTo>
                    <a:pt x="59" y="169"/>
                  </a:moveTo>
                  <a:lnTo>
                    <a:pt x="0" y="109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100"/>
                  </a:lnTo>
                  <a:lnTo>
                    <a:pt x="74" y="154"/>
                  </a:lnTo>
                  <a:lnTo>
                    <a:pt x="59" y="1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6647883" y="4588272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预约挂号</a:t>
            </a:r>
            <a:endParaRPr lang="zh-CN" altLang="en-US" sz="24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265638" y="5080714"/>
            <a:ext cx="2439244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医院放号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患者浏览科室、医生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患者挂号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患者取消挂号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患者缴费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212437" y="1654614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医院时政</a:t>
            </a:r>
            <a:endParaRPr lang="zh-CN" altLang="en-US" sz="24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801159" y="2196601"/>
            <a:ext cx="2439244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医院新闻发布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医院留言板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sp>
        <p:nvSpPr>
          <p:cNvPr id="8" name="燕尾形 7"/>
          <p:cNvSpPr/>
          <p:nvPr/>
        </p:nvSpPr>
        <p:spPr>
          <a:xfrm rot="5400000">
            <a:off x="1628630" y="3849929"/>
            <a:ext cx="482491" cy="569844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燕尾形 43"/>
          <p:cNvSpPr/>
          <p:nvPr/>
        </p:nvSpPr>
        <p:spPr>
          <a:xfrm rot="5400000">
            <a:off x="7268412" y="3849929"/>
            <a:ext cx="482491" cy="569844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燕尾形 44"/>
          <p:cNvSpPr/>
          <p:nvPr/>
        </p:nvSpPr>
        <p:spPr>
          <a:xfrm rot="16200000" flipV="1">
            <a:off x="4455859" y="3134322"/>
            <a:ext cx="482491" cy="569844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燕尾形 45"/>
          <p:cNvSpPr/>
          <p:nvPr/>
        </p:nvSpPr>
        <p:spPr>
          <a:xfrm rot="16200000" flipV="1">
            <a:off x="9810120" y="3158611"/>
            <a:ext cx="482491" cy="569844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  <p:bldLst>
      <p:bldP spid="15" grpId="0"/>
      <p:bldP spid="19" grpId="0"/>
      <p:bldP spid="40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/>
          <p:cNvCxnSpPr/>
          <p:nvPr/>
        </p:nvCxnSpPr>
        <p:spPr>
          <a:xfrm>
            <a:off x="0" y="422972"/>
            <a:ext cx="117733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7333" y="161362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系统开发技术</a:t>
            </a:r>
            <a:endParaRPr lang="zh-CN" altLang="en-US" sz="28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959" y="224190"/>
            <a:ext cx="397565" cy="3975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7023649" y="1715822"/>
            <a:ext cx="4134679" cy="41346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226378" y="2513382"/>
            <a:ext cx="18592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bg1"/>
                </a:solidFill>
                <a:latin typeface="汉仪中黑S" panose="00020600040101010101" pitchFamily="18" charset="-122"/>
                <a:ea typeface="汉仪中黑S" panose="00020600040101010101" pitchFamily="18" charset="-122"/>
              </a:rPr>
              <a:t>数据库</a:t>
            </a:r>
            <a:endParaRPr lang="zh-CN" altLang="en-US" sz="4400" dirty="0">
              <a:solidFill>
                <a:schemeClr val="bg1"/>
              </a:solidFill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40934" y="3546794"/>
            <a:ext cx="310011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/>
                </a:solidFill>
                <a:latin typeface="汉仪典雅体简" panose="00020600040101010101" pitchFamily="18" charset="-122"/>
                <a:ea typeface="汉仪典雅体简" panose="00020600040101010101" pitchFamily="18" charset="-122"/>
              </a:rPr>
              <a:t>MySQL</a:t>
            </a:r>
            <a:endParaRPr lang="en-US" altLang="zh-CN" sz="3200" dirty="0" smtClean="0">
              <a:solidFill>
                <a:schemeClr val="bg1"/>
              </a:solidFill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4833" y="1537414"/>
            <a:ext cx="3434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医院门诊管理系统</a:t>
            </a:r>
            <a:endParaRPr lang="zh-CN" altLang="en-US" sz="3200" dirty="0"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06326" y="2240386"/>
            <a:ext cx="584631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Vue + SpringBoot + MySQL</a:t>
            </a:r>
            <a:endParaRPr lang="en-US" altLang="zh-CN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77334" y="3385797"/>
            <a:ext cx="861391" cy="86139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177333" y="4858019"/>
            <a:ext cx="861391" cy="86139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236901" y="3432097"/>
            <a:ext cx="7416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前</a:t>
            </a:r>
            <a:endParaRPr lang="zh-CN" altLang="en-US" sz="4400" dirty="0">
              <a:solidFill>
                <a:schemeClr val="bg1"/>
              </a:solidFill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37536" y="4904374"/>
            <a:ext cx="7416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后</a:t>
            </a:r>
            <a:endParaRPr lang="zh-CN" altLang="en-US" sz="4400" dirty="0" smtClean="0">
              <a:solidFill>
                <a:schemeClr val="bg1"/>
              </a:solidFill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263775" y="3470275"/>
            <a:ext cx="438594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Vue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（主框架）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View UI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（组件库）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vuex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、</a:t>
            </a:r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axios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、js-cookie、apexcharts等</a:t>
            </a:r>
            <a:b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</a:b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263712" y="4981129"/>
            <a:ext cx="4000361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SpringBoot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（主框架）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MybatisPlus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（方便读写数据库）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S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pring</a:t>
            </a:r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 S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ecurity（登陆</a:t>
            </a:r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 + 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鉴权）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  <a:p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redis 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、</a:t>
            </a:r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beetl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、hutool、fastjson等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4365" y="4396105"/>
            <a:ext cx="1831340" cy="9874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580" y="335915"/>
            <a:ext cx="1104900" cy="4572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870" y="297815"/>
            <a:ext cx="1200150" cy="5334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240" y="335915"/>
            <a:ext cx="1752600" cy="60642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2600" y="161290"/>
            <a:ext cx="1297305" cy="148272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  <p:bldLst>
      <p:bldP spid="7" grpId="0"/>
      <p:bldP spid="12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602974" y="874643"/>
            <a:ext cx="10986052" cy="0"/>
          </a:xfrm>
          <a:prstGeom prst="line">
            <a:avLst/>
          </a:prstGeom>
          <a:ln w="1079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602974" y="6135756"/>
            <a:ext cx="10986052" cy="0"/>
          </a:xfrm>
          <a:prstGeom prst="line">
            <a:avLst/>
          </a:prstGeom>
          <a:ln w="1079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六边形 1"/>
          <p:cNvSpPr/>
          <p:nvPr/>
        </p:nvSpPr>
        <p:spPr>
          <a:xfrm rot="5400000">
            <a:off x="3320522" y="2932878"/>
            <a:ext cx="1890820" cy="1630017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/>
          <p:cNvSpPr/>
          <p:nvPr/>
        </p:nvSpPr>
        <p:spPr>
          <a:xfrm rot="5400000">
            <a:off x="2245536" y="3029215"/>
            <a:ext cx="1232261" cy="1062294"/>
          </a:xfrm>
          <a:prstGeom prst="hexago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六边形 25"/>
          <p:cNvSpPr/>
          <p:nvPr/>
        </p:nvSpPr>
        <p:spPr>
          <a:xfrm rot="5400000">
            <a:off x="3021380" y="2374522"/>
            <a:ext cx="832584" cy="717745"/>
          </a:xfrm>
          <a:prstGeom prst="hexago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673462" y="3240053"/>
            <a:ext cx="11734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 smtClean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03</a:t>
            </a:r>
            <a:endParaRPr lang="zh-CN" altLang="en-US" sz="6000" dirty="0">
              <a:solidFill>
                <a:schemeClr val="bg1"/>
              </a:solidFill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453065" y="3393942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研究成果与展示</a:t>
            </a:r>
            <a:endParaRPr lang="zh-CN" altLang="en-US" sz="40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  <p:bldLst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/>
          <p:cNvCxnSpPr/>
          <p:nvPr/>
        </p:nvCxnSpPr>
        <p:spPr>
          <a:xfrm>
            <a:off x="0" y="422972"/>
            <a:ext cx="117733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7333" y="161362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系统登陆</a:t>
            </a:r>
            <a:endParaRPr lang="zh-CN" altLang="en-US" sz="2800" dirty="0" smtClean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959" y="224190"/>
            <a:ext cx="397565" cy="3975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7680960" y="1679575"/>
            <a:ext cx="905510" cy="90551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680960" y="3446780"/>
            <a:ext cx="905510" cy="90551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Group 31"/>
          <p:cNvGrpSpPr/>
          <p:nvPr/>
        </p:nvGrpSpPr>
        <p:grpSpPr>
          <a:xfrm>
            <a:off x="7905750" y="1945005"/>
            <a:ext cx="498475" cy="387350"/>
            <a:chOff x="4386263" y="1676401"/>
            <a:chExt cx="511175" cy="396875"/>
          </a:xfrm>
          <a:solidFill>
            <a:schemeClr val="bg1"/>
          </a:solidFill>
        </p:grpSpPr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4386263" y="1676401"/>
              <a:ext cx="511175" cy="396875"/>
            </a:xfrm>
            <a:custGeom>
              <a:avLst/>
              <a:gdLst>
                <a:gd name="T0" fmla="*/ 124 w 136"/>
                <a:gd name="T1" fmla="*/ 104 h 104"/>
                <a:gd name="T2" fmla="*/ 12 w 136"/>
                <a:gd name="T3" fmla="*/ 104 h 104"/>
                <a:gd name="T4" fmla="*/ 0 w 136"/>
                <a:gd name="T5" fmla="*/ 92 h 104"/>
                <a:gd name="T6" fmla="*/ 0 w 136"/>
                <a:gd name="T7" fmla="*/ 12 h 104"/>
                <a:gd name="T8" fmla="*/ 12 w 136"/>
                <a:gd name="T9" fmla="*/ 0 h 104"/>
                <a:gd name="T10" fmla="*/ 124 w 136"/>
                <a:gd name="T11" fmla="*/ 0 h 104"/>
                <a:gd name="T12" fmla="*/ 136 w 136"/>
                <a:gd name="T13" fmla="*/ 12 h 104"/>
                <a:gd name="T14" fmla="*/ 136 w 136"/>
                <a:gd name="T15" fmla="*/ 92 h 104"/>
                <a:gd name="T16" fmla="*/ 124 w 136"/>
                <a:gd name="T17" fmla="*/ 104 h 104"/>
                <a:gd name="T18" fmla="*/ 12 w 136"/>
                <a:gd name="T19" fmla="*/ 8 h 104"/>
                <a:gd name="T20" fmla="*/ 8 w 136"/>
                <a:gd name="T21" fmla="*/ 12 h 104"/>
                <a:gd name="T22" fmla="*/ 8 w 136"/>
                <a:gd name="T23" fmla="*/ 92 h 104"/>
                <a:gd name="T24" fmla="*/ 12 w 136"/>
                <a:gd name="T25" fmla="*/ 96 h 104"/>
                <a:gd name="T26" fmla="*/ 124 w 136"/>
                <a:gd name="T27" fmla="*/ 96 h 104"/>
                <a:gd name="T28" fmla="*/ 128 w 136"/>
                <a:gd name="T29" fmla="*/ 92 h 104"/>
                <a:gd name="T30" fmla="*/ 128 w 136"/>
                <a:gd name="T31" fmla="*/ 12 h 104"/>
                <a:gd name="T32" fmla="*/ 124 w 136"/>
                <a:gd name="T33" fmla="*/ 8 h 104"/>
                <a:gd name="T34" fmla="*/ 12 w 136"/>
                <a:gd name="T35" fmla="*/ 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104">
                  <a:moveTo>
                    <a:pt x="124" y="104"/>
                  </a:moveTo>
                  <a:cubicBezTo>
                    <a:pt x="12" y="104"/>
                    <a:pt x="12" y="104"/>
                    <a:pt x="12" y="104"/>
                  </a:cubicBezTo>
                  <a:cubicBezTo>
                    <a:pt x="5" y="104"/>
                    <a:pt x="0" y="99"/>
                    <a:pt x="0" y="9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31" y="0"/>
                    <a:pt x="136" y="5"/>
                    <a:pt x="136" y="12"/>
                  </a:cubicBezTo>
                  <a:cubicBezTo>
                    <a:pt x="136" y="92"/>
                    <a:pt x="136" y="92"/>
                    <a:pt x="136" y="92"/>
                  </a:cubicBezTo>
                  <a:cubicBezTo>
                    <a:pt x="136" y="99"/>
                    <a:pt x="131" y="104"/>
                    <a:pt x="124" y="104"/>
                  </a:cubicBezTo>
                  <a:close/>
                  <a:moveTo>
                    <a:pt x="12" y="8"/>
                  </a:moveTo>
                  <a:cubicBezTo>
                    <a:pt x="10" y="8"/>
                    <a:pt x="8" y="10"/>
                    <a:pt x="8" y="1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4"/>
                    <a:pt x="10" y="96"/>
                    <a:pt x="12" y="96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6" y="96"/>
                    <a:pt x="128" y="94"/>
                    <a:pt x="128" y="9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10"/>
                    <a:pt x="126" y="8"/>
                    <a:pt x="124" y="8"/>
                  </a:cubicBezTo>
                  <a:lnTo>
                    <a:pt x="12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auto">
            <a:xfrm>
              <a:off x="4657726" y="1738313"/>
              <a:ext cx="120650" cy="122238"/>
            </a:xfrm>
            <a:custGeom>
              <a:avLst/>
              <a:gdLst>
                <a:gd name="T0" fmla="*/ 16 w 32"/>
                <a:gd name="T1" fmla="*/ 32 h 32"/>
                <a:gd name="T2" fmla="*/ 0 w 32"/>
                <a:gd name="T3" fmla="*/ 16 h 32"/>
                <a:gd name="T4" fmla="*/ 16 w 32"/>
                <a:gd name="T5" fmla="*/ 0 h 32"/>
                <a:gd name="T6" fmla="*/ 32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8 w 32"/>
                <a:gd name="T13" fmla="*/ 16 h 32"/>
                <a:gd name="T14" fmla="*/ 16 w 32"/>
                <a:gd name="T15" fmla="*/ 24 h 32"/>
                <a:gd name="T16" fmla="*/ 24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1" y="8"/>
                    <a:pt x="8" y="11"/>
                    <a:pt x="8" y="16"/>
                  </a:cubicBezTo>
                  <a:cubicBezTo>
                    <a:pt x="8" y="21"/>
                    <a:pt x="11" y="24"/>
                    <a:pt x="16" y="24"/>
                  </a:cubicBezTo>
                  <a:cubicBezTo>
                    <a:pt x="21" y="24"/>
                    <a:pt x="24" y="21"/>
                    <a:pt x="24" y="16"/>
                  </a:cubicBezTo>
                  <a:cubicBezTo>
                    <a:pt x="24" y="11"/>
                    <a:pt x="21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4391026" y="1795463"/>
              <a:ext cx="428625" cy="274638"/>
            </a:xfrm>
            <a:custGeom>
              <a:avLst/>
              <a:gdLst>
                <a:gd name="T0" fmla="*/ 255 w 270"/>
                <a:gd name="T1" fmla="*/ 173 h 173"/>
                <a:gd name="T2" fmla="*/ 102 w 270"/>
                <a:gd name="T3" fmla="*/ 24 h 173"/>
                <a:gd name="T4" fmla="*/ 14 w 270"/>
                <a:gd name="T5" fmla="*/ 108 h 173"/>
                <a:gd name="T6" fmla="*/ 0 w 270"/>
                <a:gd name="T7" fmla="*/ 94 h 173"/>
                <a:gd name="T8" fmla="*/ 102 w 270"/>
                <a:gd name="T9" fmla="*/ 0 h 173"/>
                <a:gd name="T10" fmla="*/ 270 w 270"/>
                <a:gd name="T11" fmla="*/ 159 h 173"/>
                <a:gd name="T12" fmla="*/ 255 w 270"/>
                <a:gd name="T1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0" h="173">
                  <a:moveTo>
                    <a:pt x="255" y="173"/>
                  </a:moveTo>
                  <a:lnTo>
                    <a:pt x="102" y="24"/>
                  </a:lnTo>
                  <a:lnTo>
                    <a:pt x="14" y="108"/>
                  </a:lnTo>
                  <a:lnTo>
                    <a:pt x="0" y="94"/>
                  </a:lnTo>
                  <a:lnTo>
                    <a:pt x="102" y="0"/>
                  </a:lnTo>
                  <a:lnTo>
                    <a:pt x="270" y="159"/>
                  </a:lnTo>
                  <a:lnTo>
                    <a:pt x="255" y="17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4706938" y="1885951"/>
              <a:ext cx="184150" cy="104775"/>
            </a:xfrm>
            <a:custGeom>
              <a:avLst/>
              <a:gdLst>
                <a:gd name="T0" fmla="*/ 106 w 116"/>
                <a:gd name="T1" fmla="*/ 66 h 66"/>
                <a:gd name="T2" fmla="*/ 54 w 116"/>
                <a:gd name="T3" fmla="*/ 25 h 66"/>
                <a:gd name="T4" fmla="*/ 11 w 116"/>
                <a:gd name="T5" fmla="*/ 61 h 66"/>
                <a:gd name="T6" fmla="*/ 0 w 116"/>
                <a:gd name="T7" fmla="*/ 46 h 66"/>
                <a:gd name="T8" fmla="*/ 54 w 116"/>
                <a:gd name="T9" fmla="*/ 0 h 66"/>
                <a:gd name="T10" fmla="*/ 116 w 116"/>
                <a:gd name="T11" fmla="*/ 53 h 66"/>
                <a:gd name="T12" fmla="*/ 106 w 116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66">
                  <a:moveTo>
                    <a:pt x="106" y="66"/>
                  </a:moveTo>
                  <a:lnTo>
                    <a:pt x="54" y="25"/>
                  </a:lnTo>
                  <a:lnTo>
                    <a:pt x="11" y="61"/>
                  </a:lnTo>
                  <a:lnTo>
                    <a:pt x="0" y="46"/>
                  </a:lnTo>
                  <a:lnTo>
                    <a:pt x="54" y="0"/>
                  </a:lnTo>
                  <a:lnTo>
                    <a:pt x="116" y="53"/>
                  </a:lnTo>
                  <a:lnTo>
                    <a:pt x="106" y="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</p:grpSp>
      <p:sp>
        <p:nvSpPr>
          <p:cNvPr id="18" name="Freeform 30"/>
          <p:cNvSpPr>
            <a:spLocks noChangeArrowheads="1"/>
          </p:cNvSpPr>
          <p:nvPr/>
        </p:nvSpPr>
        <p:spPr bwMode="auto">
          <a:xfrm>
            <a:off x="7905750" y="3727450"/>
            <a:ext cx="440690" cy="358140"/>
          </a:xfrm>
          <a:custGeom>
            <a:avLst/>
            <a:gdLst>
              <a:gd name="connsiteX0" fmla="*/ 0 w 450850"/>
              <a:gd name="connsiteY0" fmla="*/ 306387 h 366712"/>
              <a:gd name="connsiteX1" fmla="*/ 450850 w 450850"/>
              <a:gd name="connsiteY1" fmla="*/ 306387 h 366712"/>
              <a:gd name="connsiteX2" fmla="*/ 450850 w 450850"/>
              <a:gd name="connsiteY2" fmla="*/ 366712 h 366712"/>
              <a:gd name="connsiteX3" fmla="*/ 0 w 450850"/>
              <a:gd name="connsiteY3" fmla="*/ 366712 h 366712"/>
              <a:gd name="connsiteX4" fmla="*/ 0 w 450850"/>
              <a:gd name="connsiteY4" fmla="*/ 152400 h 366712"/>
              <a:gd name="connsiteX5" fmla="*/ 450850 w 450850"/>
              <a:gd name="connsiteY5" fmla="*/ 152400 h 366712"/>
              <a:gd name="connsiteX6" fmla="*/ 450850 w 450850"/>
              <a:gd name="connsiteY6" fmla="*/ 214313 h 366712"/>
              <a:gd name="connsiteX7" fmla="*/ 0 w 450850"/>
              <a:gd name="connsiteY7" fmla="*/ 214313 h 366712"/>
              <a:gd name="connsiteX8" fmla="*/ 0 w 450850"/>
              <a:gd name="connsiteY8" fmla="*/ 0 h 366712"/>
              <a:gd name="connsiteX9" fmla="*/ 450850 w 450850"/>
              <a:gd name="connsiteY9" fmla="*/ 0 h 366712"/>
              <a:gd name="connsiteX10" fmla="*/ 450850 w 450850"/>
              <a:gd name="connsiteY10" fmla="*/ 61913 h 366712"/>
              <a:gd name="connsiteX11" fmla="*/ 0 w 450850"/>
              <a:gd name="connsiteY11" fmla="*/ 61913 h 36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50850" h="366712">
                <a:moveTo>
                  <a:pt x="0" y="306387"/>
                </a:moveTo>
                <a:lnTo>
                  <a:pt x="450850" y="306387"/>
                </a:lnTo>
                <a:lnTo>
                  <a:pt x="450850" y="366712"/>
                </a:lnTo>
                <a:lnTo>
                  <a:pt x="0" y="366712"/>
                </a:lnTo>
                <a:close/>
                <a:moveTo>
                  <a:pt x="0" y="152400"/>
                </a:moveTo>
                <a:lnTo>
                  <a:pt x="450850" y="152400"/>
                </a:lnTo>
                <a:lnTo>
                  <a:pt x="450850" y="214313"/>
                </a:lnTo>
                <a:lnTo>
                  <a:pt x="0" y="214313"/>
                </a:lnTo>
                <a:close/>
                <a:moveTo>
                  <a:pt x="0" y="0"/>
                </a:moveTo>
                <a:lnTo>
                  <a:pt x="450850" y="0"/>
                </a:lnTo>
                <a:lnTo>
                  <a:pt x="450850" y="61913"/>
                </a:lnTo>
                <a:lnTo>
                  <a:pt x="0" y="619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23" name="矩形 22"/>
          <p:cNvSpPr/>
          <p:nvPr/>
        </p:nvSpPr>
        <p:spPr>
          <a:xfrm>
            <a:off x="8726805" y="1878330"/>
            <a:ext cx="285178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系统登陆功能如何实现？</a:t>
            </a:r>
            <a:endParaRPr lang="zh-CN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726805" y="3587750"/>
            <a:ext cx="285178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前端图形验证码如何加载？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4603723" y="5631032"/>
            <a:ext cx="0" cy="1152939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8089045" y="5588252"/>
            <a:ext cx="0" cy="1152939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061338" y="6094860"/>
            <a:ext cx="3013109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基于</a:t>
            </a:r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token 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的交互方式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grpSp>
        <p:nvGrpSpPr>
          <p:cNvPr id="32" name="Group 250"/>
          <p:cNvGrpSpPr/>
          <p:nvPr/>
        </p:nvGrpSpPr>
        <p:grpSpPr>
          <a:xfrm>
            <a:off x="9706497" y="5472140"/>
            <a:ext cx="511175" cy="481013"/>
            <a:chOff x="1341438" y="5419725"/>
            <a:chExt cx="511175" cy="481013"/>
          </a:xfrm>
          <a:solidFill>
            <a:schemeClr val="tx2"/>
          </a:solidFill>
        </p:grpSpPr>
        <p:sp>
          <p:nvSpPr>
            <p:cNvPr id="35" name="Freeform 119"/>
            <p:cNvSpPr/>
            <p:nvPr/>
          </p:nvSpPr>
          <p:spPr bwMode="auto">
            <a:xfrm>
              <a:off x="1341438" y="5419725"/>
              <a:ext cx="450850" cy="390525"/>
            </a:xfrm>
            <a:custGeom>
              <a:avLst/>
              <a:gdLst>
                <a:gd name="T0" fmla="*/ 116 w 120"/>
                <a:gd name="T1" fmla="*/ 104 h 104"/>
                <a:gd name="T2" fmla="*/ 28 w 120"/>
                <a:gd name="T3" fmla="*/ 104 h 104"/>
                <a:gd name="T4" fmla="*/ 25 w 120"/>
                <a:gd name="T5" fmla="*/ 102 h 104"/>
                <a:gd name="T6" fmla="*/ 24 w 120"/>
                <a:gd name="T7" fmla="*/ 99 h 104"/>
                <a:gd name="T8" fmla="*/ 32 w 120"/>
                <a:gd name="T9" fmla="*/ 79 h 104"/>
                <a:gd name="T10" fmla="*/ 24 w 120"/>
                <a:gd name="T11" fmla="*/ 8 h 104"/>
                <a:gd name="T12" fmla="*/ 0 w 120"/>
                <a:gd name="T13" fmla="*/ 8 h 104"/>
                <a:gd name="T14" fmla="*/ 0 w 120"/>
                <a:gd name="T15" fmla="*/ 0 h 104"/>
                <a:gd name="T16" fmla="*/ 28 w 120"/>
                <a:gd name="T17" fmla="*/ 0 h 104"/>
                <a:gd name="T18" fmla="*/ 32 w 120"/>
                <a:gd name="T19" fmla="*/ 4 h 104"/>
                <a:gd name="T20" fmla="*/ 40 w 120"/>
                <a:gd name="T21" fmla="*/ 80 h 104"/>
                <a:gd name="T22" fmla="*/ 40 w 120"/>
                <a:gd name="T23" fmla="*/ 81 h 104"/>
                <a:gd name="T24" fmla="*/ 34 w 120"/>
                <a:gd name="T25" fmla="*/ 96 h 104"/>
                <a:gd name="T26" fmla="*/ 120 w 120"/>
                <a:gd name="T27" fmla="*/ 96 h 104"/>
                <a:gd name="T28" fmla="*/ 116 w 120"/>
                <a:gd name="T2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0" h="104">
                  <a:moveTo>
                    <a:pt x="116" y="104"/>
                  </a:moveTo>
                  <a:cubicBezTo>
                    <a:pt x="28" y="104"/>
                    <a:pt x="28" y="104"/>
                    <a:pt x="28" y="104"/>
                  </a:cubicBezTo>
                  <a:cubicBezTo>
                    <a:pt x="27" y="104"/>
                    <a:pt x="25" y="103"/>
                    <a:pt x="25" y="102"/>
                  </a:cubicBezTo>
                  <a:cubicBezTo>
                    <a:pt x="24" y="101"/>
                    <a:pt x="24" y="100"/>
                    <a:pt x="24" y="99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40" y="80"/>
                    <a:pt x="40" y="81"/>
                    <a:pt x="40" y="81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120" y="96"/>
                    <a:pt x="120" y="96"/>
                    <a:pt x="120" y="96"/>
                  </a:cubicBezTo>
                  <a:lnTo>
                    <a:pt x="116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  <p:sp>
          <p:nvSpPr>
            <p:cNvPr id="36" name="Freeform 120"/>
            <p:cNvSpPr/>
            <p:nvPr/>
          </p:nvSpPr>
          <p:spPr bwMode="auto">
            <a:xfrm>
              <a:off x="1462088" y="5480050"/>
              <a:ext cx="390525" cy="255588"/>
            </a:xfrm>
            <a:custGeom>
              <a:avLst/>
              <a:gdLst>
                <a:gd name="T0" fmla="*/ 5 w 104"/>
                <a:gd name="T1" fmla="*/ 68 h 68"/>
                <a:gd name="T2" fmla="*/ 3 w 104"/>
                <a:gd name="T3" fmla="*/ 60 h 68"/>
                <a:gd name="T4" fmla="*/ 96 w 104"/>
                <a:gd name="T5" fmla="*/ 41 h 68"/>
                <a:gd name="T6" fmla="*/ 96 w 104"/>
                <a:gd name="T7" fmla="*/ 8 h 68"/>
                <a:gd name="T8" fmla="*/ 0 w 104"/>
                <a:gd name="T9" fmla="*/ 8 h 68"/>
                <a:gd name="T10" fmla="*/ 0 w 104"/>
                <a:gd name="T11" fmla="*/ 0 h 68"/>
                <a:gd name="T12" fmla="*/ 100 w 104"/>
                <a:gd name="T13" fmla="*/ 0 h 68"/>
                <a:gd name="T14" fmla="*/ 104 w 104"/>
                <a:gd name="T15" fmla="*/ 4 h 68"/>
                <a:gd name="T16" fmla="*/ 104 w 104"/>
                <a:gd name="T17" fmla="*/ 44 h 68"/>
                <a:gd name="T18" fmla="*/ 101 w 104"/>
                <a:gd name="T19" fmla="*/ 48 h 68"/>
                <a:gd name="T20" fmla="*/ 5 w 104"/>
                <a:gd name="T21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4" h="68">
                  <a:moveTo>
                    <a:pt x="5" y="68"/>
                  </a:moveTo>
                  <a:cubicBezTo>
                    <a:pt x="3" y="60"/>
                    <a:pt x="3" y="60"/>
                    <a:pt x="3" y="60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2" y="0"/>
                    <a:pt x="104" y="2"/>
                    <a:pt x="104" y="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4" y="46"/>
                    <a:pt x="103" y="48"/>
                    <a:pt x="101" y="48"/>
                  </a:cubicBezTo>
                  <a:lnTo>
                    <a:pt x="5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  <p:sp>
          <p:nvSpPr>
            <p:cNvPr id="37" name="Freeform 121"/>
            <p:cNvSpPr>
              <a:spLocks noEditPoints="1"/>
            </p:cNvSpPr>
            <p:nvPr/>
          </p:nvSpPr>
          <p:spPr bwMode="auto">
            <a:xfrm>
              <a:off x="1731963" y="5780088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0 w 32"/>
                <a:gd name="T3" fmla="*/ 16 h 32"/>
                <a:gd name="T4" fmla="*/ 16 w 32"/>
                <a:gd name="T5" fmla="*/ 0 h 32"/>
                <a:gd name="T6" fmla="*/ 32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8 w 32"/>
                <a:gd name="T13" fmla="*/ 16 h 32"/>
                <a:gd name="T14" fmla="*/ 16 w 32"/>
                <a:gd name="T15" fmla="*/ 24 h 32"/>
                <a:gd name="T16" fmla="*/ 24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0"/>
                    <a:pt x="12" y="24"/>
                    <a:pt x="16" y="24"/>
                  </a:cubicBezTo>
                  <a:cubicBezTo>
                    <a:pt x="20" y="24"/>
                    <a:pt x="24" y="20"/>
                    <a:pt x="24" y="16"/>
                  </a:cubicBezTo>
                  <a:cubicBezTo>
                    <a:pt x="24" y="12"/>
                    <a:pt x="20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  <p:sp>
          <p:nvSpPr>
            <p:cNvPr id="38" name="Freeform 122"/>
            <p:cNvSpPr>
              <a:spLocks noEditPoints="1"/>
            </p:cNvSpPr>
            <p:nvPr/>
          </p:nvSpPr>
          <p:spPr bwMode="auto">
            <a:xfrm>
              <a:off x="1371600" y="5780088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0 w 32"/>
                <a:gd name="T3" fmla="*/ 16 h 32"/>
                <a:gd name="T4" fmla="*/ 16 w 32"/>
                <a:gd name="T5" fmla="*/ 0 h 32"/>
                <a:gd name="T6" fmla="*/ 32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8 w 32"/>
                <a:gd name="T13" fmla="*/ 16 h 32"/>
                <a:gd name="T14" fmla="*/ 16 w 32"/>
                <a:gd name="T15" fmla="*/ 24 h 32"/>
                <a:gd name="T16" fmla="*/ 24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0"/>
                    <a:pt x="12" y="24"/>
                    <a:pt x="16" y="24"/>
                  </a:cubicBezTo>
                  <a:cubicBezTo>
                    <a:pt x="20" y="24"/>
                    <a:pt x="24" y="20"/>
                    <a:pt x="24" y="16"/>
                  </a:cubicBezTo>
                  <a:cubicBezTo>
                    <a:pt x="24" y="12"/>
                    <a:pt x="20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/>
            </a:p>
          </p:txBody>
        </p:sp>
      </p:grpSp>
      <p:sp>
        <p:nvSpPr>
          <p:cNvPr id="33" name="Freeform 241"/>
          <p:cNvSpPr/>
          <p:nvPr/>
        </p:nvSpPr>
        <p:spPr bwMode="auto">
          <a:xfrm>
            <a:off x="2440375" y="5516335"/>
            <a:ext cx="420687" cy="420688"/>
          </a:xfrm>
          <a:custGeom>
            <a:avLst/>
            <a:gdLst>
              <a:gd name="connsiteX0" fmla="*/ 45061 w 420687"/>
              <a:gd name="connsiteY0" fmla="*/ 30163 h 420688"/>
              <a:gd name="connsiteX1" fmla="*/ 210283 w 420687"/>
              <a:gd name="connsiteY1" fmla="*/ 30163 h 420688"/>
              <a:gd name="connsiteX2" fmla="*/ 210283 w 420687"/>
              <a:gd name="connsiteY2" fmla="*/ 60204 h 420688"/>
              <a:gd name="connsiteX3" fmla="*/ 45061 w 420687"/>
              <a:gd name="connsiteY3" fmla="*/ 60204 h 420688"/>
              <a:gd name="connsiteX4" fmla="*/ 30041 w 420687"/>
              <a:gd name="connsiteY4" fmla="*/ 75224 h 420688"/>
              <a:gd name="connsiteX5" fmla="*/ 30041 w 420687"/>
              <a:gd name="connsiteY5" fmla="*/ 375628 h 420688"/>
              <a:gd name="connsiteX6" fmla="*/ 45061 w 420687"/>
              <a:gd name="connsiteY6" fmla="*/ 390648 h 420688"/>
              <a:gd name="connsiteX7" fmla="*/ 345465 w 420687"/>
              <a:gd name="connsiteY7" fmla="*/ 390648 h 420688"/>
              <a:gd name="connsiteX8" fmla="*/ 360485 w 420687"/>
              <a:gd name="connsiteY8" fmla="*/ 375628 h 420688"/>
              <a:gd name="connsiteX9" fmla="*/ 360485 w 420687"/>
              <a:gd name="connsiteY9" fmla="*/ 210405 h 420688"/>
              <a:gd name="connsiteX10" fmla="*/ 390525 w 420687"/>
              <a:gd name="connsiteY10" fmla="*/ 210405 h 420688"/>
              <a:gd name="connsiteX11" fmla="*/ 390525 w 420687"/>
              <a:gd name="connsiteY11" fmla="*/ 375628 h 420688"/>
              <a:gd name="connsiteX12" fmla="*/ 345465 w 420687"/>
              <a:gd name="connsiteY12" fmla="*/ 420688 h 420688"/>
              <a:gd name="connsiteX13" fmla="*/ 45061 w 420687"/>
              <a:gd name="connsiteY13" fmla="*/ 420688 h 420688"/>
              <a:gd name="connsiteX14" fmla="*/ 0 w 420687"/>
              <a:gd name="connsiteY14" fmla="*/ 375628 h 420688"/>
              <a:gd name="connsiteX15" fmla="*/ 0 w 420687"/>
              <a:gd name="connsiteY15" fmla="*/ 75224 h 420688"/>
              <a:gd name="connsiteX16" fmla="*/ 45061 w 420687"/>
              <a:gd name="connsiteY16" fmla="*/ 30163 h 420688"/>
              <a:gd name="connsiteX17" fmla="*/ 269875 w 420687"/>
              <a:gd name="connsiteY17" fmla="*/ 0 h 420688"/>
              <a:gd name="connsiteX18" fmla="*/ 420687 w 420687"/>
              <a:gd name="connsiteY18" fmla="*/ 0 h 420688"/>
              <a:gd name="connsiteX19" fmla="*/ 420687 w 420687"/>
              <a:gd name="connsiteY19" fmla="*/ 150813 h 420688"/>
              <a:gd name="connsiteX20" fmla="*/ 390525 w 420687"/>
              <a:gd name="connsiteY20" fmla="*/ 150813 h 420688"/>
              <a:gd name="connsiteX21" fmla="*/ 390525 w 420687"/>
              <a:gd name="connsiteY21" fmla="*/ 52389 h 420688"/>
              <a:gd name="connsiteX22" fmla="*/ 190500 w 420687"/>
              <a:gd name="connsiteY22" fmla="*/ 252413 h 420688"/>
              <a:gd name="connsiteX23" fmla="*/ 168275 w 420687"/>
              <a:gd name="connsiteY23" fmla="*/ 230188 h 420688"/>
              <a:gd name="connsiteX24" fmla="*/ 368301 w 420687"/>
              <a:gd name="connsiteY24" fmla="*/ 30162 h 420688"/>
              <a:gd name="connsiteX25" fmla="*/ 269875 w 420687"/>
              <a:gd name="connsiteY25" fmla="*/ 30162 h 420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20687" h="420688">
                <a:moveTo>
                  <a:pt x="45061" y="30163"/>
                </a:moveTo>
                <a:cubicBezTo>
                  <a:pt x="210283" y="30163"/>
                  <a:pt x="210283" y="30163"/>
                  <a:pt x="210283" y="30163"/>
                </a:cubicBezTo>
                <a:cubicBezTo>
                  <a:pt x="210283" y="60204"/>
                  <a:pt x="210283" y="60204"/>
                  <a:pt x="210283" y="60204"/>
                </a:cubicBezTo>
                <a:cubicBezTo>
                  <a:pt x="45061" y="60204"/>
                  <a:pt x="45061" y="60204"/>
                  <a:pt x="45061" y="60204"/>
                </a:cubicBezTo>
                <a:cubicBezTo>
                  <a:pt x="37551" y="60204"/>
                  <a:pt x="30041" y="67714"/>
                  <a:pt x="30041" y="75224"/>
                </a:cubicBezTo>
                <a:cubicBezTo>
                  <a:pt x="30041" y="375628"/>
                  <a:pt x="30041" y="375628"/>
                  <a:pt x="30041" y="375628"/>
                </a:cubicBezTo>
                <a:cubicBezTo>
                  <a:pt x="30041" y="383138"/>
                  <a:pt x="37551" y="390648"/>
                  <a:pt x="45061" y="390648"/>
                </a:cubicBezTo>
                <a:cubicBezTo>
                  <a:pt x="345465" y="390648"/>
                  <a:pt x="345465" y="390648"/>
                  <a:pt x="345465" y="390648"/>
                </a:cubicBezTo>
                <a:cubicBezTo>
                  <a:pt x="352975" y="390648"/>
                  <a:pt x="360485" y="383138"/>
                  <a:pt x="360485" y="375628"/>
                </a:cubicBezTo>
                <a:cubicBezTo>
                  <a:pt x="360485" y="210405"/>
                  <a:pt x="360485" y="210405"/>
                  <a:pt x="360485" y="210405"/>
                </a:cubicBezTo>
                <a:cubicBezTo>
                  <a:pt x="390525" y="210405"/>
                  <a:pt x="390525" y="210405"/>
                  <a:pt x="390525" y="210405"/>
                </a:cubicBezTo>
                <a:cubicBezTo>
                  <a:pt x="390525" y="375628"/>
                  <a:pt x="390525" y="375628"/>
                  <a:pt x="390525" y="375628"/>
                </a:cubicBezTo>
                <a:cubicBezTo>
                  <a:pt x="390525" y="401913"/>
                  <a:pt x="371750" y="420688"/>
                  <a:pt x="345465" y="420688"/>
                </a:cubicBezTo>
                <a:cubicBezTo>
                  <a:pt x="45061" y="420688"/>
                  <a:pt x="45061" y="420688"/>
                  <a:pt x="45061" y="420688"/>
                </a:cubicBezTo>
                <a:cubicBezTo>
                  <a:pt x="18775" y="420688"/>
                  <a:pt x="0" y="401913"/>
                  <a:pt x="0" y="375628"/>
                </a:cubicBezTo>
                <a:cubicBezTo>
                  <a:pt x="0" y="75224"/>
                  <a:pt x="0" y="75224"/>
                  <a:pt x="0" y="75224"/>
                </a:cubicBezTo>
                <a:cubicBezTo>
                  <a:pt x="0" y="48938"/>
                  <a:pt x="18775" y="30163"/>
                  <a:pt x="45061" y="30163"/>
                </a:cubicBezTo>
                <a:close/>
                <a:moveTo>
                  <a:pt x="269875" y="0"/>
                </a:moveTo>
                <a:lnTo>
                  <a:pt x="420687" y="0"/>
                </a:lnTo>
                <a:lnTo>
                  <a:pt x="420687" y="150813"/>
                </a:lnTo>
                <a:lnTo>
                  <a:pt x="390525" y="150813"/>
                </a:lnTo>
                <a:lnTo>
                  <a:pt x="390525" y="52389"/>
                </a:lnTo>
                <a:lnTo>
                  <a:pt x="190500" y="252413"/>
                </a:lnTo>
                <a:lnTo>
                  <a:pt x="168275" y="230188"/>
                </a:lnTo>
                <a:lnTo>
                  <a:pt x="368301" y="30162"/>
                </a:lnTo>
                <a:lnTo>
                  <a:pt x="269875" y="3016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34" name="Freeform 249"/>
          <p:cNvSpPr>
            <a:spLocks noChangeArrowheads="1"/>
          </p:cNvSpPr>
          <p:nvPr/>
        </p:nvSpPr>
        <p:spPr bwMode="auto">
          <a:xfrm>
            <a:off x="6186148" y="5502302"/>
            <a:ext cx="450851" cy="450851"/>
          </a:xfrm>
          <a:custGeom>
            <a:avLst/>
            <a:gdLst>
              <a:gd name="connsiteX0" fmla="*/ 300038 w 450850"/>
              <a:gd name="connsiteY0" fmla="*/ 360363 h 450851"/>
              <a:gd name="connsiteX1" fmla="*/ 330200 w 450850"/>
              <a:gd name="connsiteY1" fmla="*/ 360363 h 450851"/>
              <a:gd name="connsiteX2" fmla="*/ 330200 w 450850"/>
              <a:gd name="connsiteY2" fmla="*/ 390526 h 450851"/>
              <a:gd name="connsiteX3" fmla="*/ 300038 w 450850"/>
              <a:gd name="connsiteY3" fmla="*/ 390526 h 450851"/>
              <a:gd name="connsiteX4" fmla="*/ 239713 w 450850"/>
              <a:gd name="connsiteY4" fmla="*/ 360363 h 450851"/>
              <a:gd name="connsiteX5" fmla="*/ 269875 w 450850"/>
              <a:gd name="connsiteY5" fmla="*/ 360363 h 450851"/>
              <a:gd name="connsiteX6" fmla="*/ 269875 w 450850"/>
              <a:gd name="connsiteY6" fmla="*/ 390526 h 450851"/>
              <a:gd name="connsiteX7" fmla="*/ 239713 w 450850"/>
              <a:gd name="connsiteY7" fmla="*/ 390526 h 450851"/>
              <a:gd name="connsiteX8" fmla="*/ 179388 w 450850"/>
              <a:gd name="connsiteY8" fmla="*/ 360363 h 450851"/>
              <a:gd name="connsiteX9" fmla="*/ 209550 w 450850"/>
              <a:gd name="connsiteY9" fmla="*/ 360363 h 450851"/>
              <a:gd name="connsiteX10" fmla="*/ 209550 w 450850"/>
              <a:gd name="connsiteY10" fmla="*/ 390526 h 450851"/>
              <a:gd name="connsiteX11" fmla="*/ 179388 w 450850"/>
              <a:gd name="connsiteY11" fmla="*/ 390526 h 450851"/>
              <a:gd name="connsiteX12" fmla="*/ 119063 w 450850"/>
              <a:gd name="connsiteY12" fmla="*/ 360363 h 450851"/>
              <a:gd name="connsiteX13" fmla="*/ 149225 w 450850"/>
              <a:gd name="connsiteY13" fmla="*/ 360363 h 450851"/>
              <a:gd name="connsiteX14" fmla="*/ 149225 w 450850"/>
              <a:gd name="connsiteY14" fmla="*/ 390526 h 450851"/>
              <a:gd name="connsiteX15" fmla="*/ 119063 w 450850"/>
              <a:gd name="connsiteY15" fmla="*/ 390526 h 450851"/>
              <a:gd name="connsiteX16" fmla="*/ 58738 w 450850"/>
              <a:gd name="connsiteY16" fmla="*/ 360363 h 450851"/>
              <a:gd name="connsiteX17" fmla="*/ 88900 w 450850"/>
              <a:gd name="connsiteY17" fmla="*/ 360363 h 450851"/>
              <a:gd name="connsiteX18" fmla="*/ 88900 w 450850"/>
              <a:gd name="connsiteY18" fmla="*/ 390526 h 450851"/>
              <a:gd name="connsiteX19" fmla="*/ 58738 w 450850"/>
              <a:gd name="connsiteY19" fmla="*/ 390526 h 450851"/>
              <a:gd name="connsiteX20" fmla="*/ 360363 w 450850"/>
              <a:gd name="connsiteY20" fmla="*/ 301625 h 450851"/>
              <a:gd name="connsiteX21" fmla="*/ 390525 w 450850"/>
              <a:gd name="connsiteY21" fmla="*/ 301625 h 450851"/>
              <a:gd name="connsiteX22" fmla="*/ 390525 w 450850"/>
              <a:gd name="connsiteY22" fmla="*/ 330200 h 450851"/>
              <a:gd name="connsiteX23" fmla="*/ 360363 w 450850"/>
              <a:gd name="connsiteY23" fmla="*/ 330200 h 450851"/>
              <a:gd name="connsiteX24" fmla="*/ 300038 w 450850"/>
              <a:gd name="connsiteY24" fmla="*/ 301625 h 450851"/>
              <a:gd name="connsiteX25" fmla="*/ 330200 w 450850"/>
              <a:gd name="connsiteY25" fmla="*/ 301625 h 450851"/>
              <a:gd name="connsiteX26" fmla="*/ 330200 w 450850"/>
              <a:gd name="connsiteY26" fmla="*/ 330200 h 450851"/>
              <a:gd name="connsiteX27" fmla="*/ 300038 w 450850"/>
              <a:gd name="connsiteY27" fmla="*/ 330200 h 450851"/>
              <a:gd name="connsiteX28" fmla="*/ 239713 w 450850"/>
              <a:gd name="connsiteY28" fmla="*/ 301625 h 450851"/>
              <a:gd name="connsiteX29" fmla="*/ 269875 w 450850"/>
              <a:gd name="connsiteY29" fmla="*/ 301625 h 450851"/>
              <a:gd name="connsiteX30" fmla="*/ 269875 w 450850"/>
              <a:gd name="connsiteY30" fmla="*/ 330200 h 450851"/>
              <a:gd name="connsiteX31" fmla="*/ 239713 w 450850"/>
              <a:gd name="connsiteY31" fmla="*/ 330200 h 450851"/>
              <a:gd name="connsiteX32" fmla="*/ 179388 w 450850"/>
              <a:gd name="connsiteY32" fmla="*/ 301625 h 450851"/>
              <a:gd name="connsiteX33" fmla="*/ 209550 w 450850"/>
              <a:gd name="connsiteY33" fmla="*/ 301625 h 450851"/>
              <a:gd name="connsiteX34" fmla="*/ 209550 w 450850"/>
              <a:gd name="connsiteY34" fmla="*/ 330200 h 450851"/>
              <a:gd name="connsiteX35" fmla="*/ 179388 w 450850"/>
              <a:gd name="connsiteY35" fmla="*/ 330200 h 450851"/>
              <a:gd name="connsiteX36" fmla="*/ 119063 w 450850"/>
              <a:gd name="connsiteY36" fmla="*/ 301625 h 450851"/>
              <a:gd name="connsiteX37" fmla="*/ 149225 w 450850"/>
              <a:gd name="connsiteY37" fmla="*/ 301625 h 450851"/>
              <a:gd name="connsiteX38" fmla="*/ 149225 w 450850"/>
              <a:gd name="connsiteY38" fmla="*/ 330200 h 450851"/>
              <a:gd name="connsiteX39" fmla="*/ 119063 w 450850"/>
              <a:gd name="connsiteY39" fmla="*/ 330200 h 450851"/>
              <a:gd name="connsiteX40" fmla="*/ 58738 w 450850"/>
              <a:gd name="connsiteY40" fmla="*/ 301625 h 450851"/>
              <a:gd name="connsiteX41" fmla="*/ 88900 w 450850"/>
              <a:gd name="connsiteY41" fmla="*/ 301625 h 450851"/>
              <a:gd name="connsiteX42" fmla="*/ 88900 w 450850"/>
              <a:gd name="connsiteY42" fmla="*/ 330200 h 450851"/>
              <a:gd name="connsiteX43" fmla="*/ 58738 w 450850"/>
              <a:gd name="connsiteY43" fmla="*/ 330200 h 450851"/>
              <a:gd name="connsiteX44" fmla="*/ 360363 w 450850"/>
              <a:gd name="connsiteY44" fmla="*/ 241300 h 450851"/>
              <a:gd name="connsiteX45" fmla="*/ 390525 w 450850"/>
              <a:gd name="connsiteY45" fmla="*/ 241300 h 450851"/>
              <a:gd name="connsiteX46" fmla="*/ 390525 w 450850"/>
              <a:gd name="connsiteY46" fmla="*/ 271463 h 450851"/>
              <a:gd name="connsiteX47" fmla="*/ 360363 w 450850"/>
              <a:gd name="connsiteY47" fmla="*/ 271463 h 450851"/>
              <a:gd name="connsiteX48" fmla="*/ 300038 w 450850"/>
              <a:gd name="connsiteY48" fmla="*/ 241300 h 450851"/>
              <a:gd name="connsiteX49" fmla="*/ 330200 w 450850"/>
              <a:gd name="connsiteY49" fmla="*/ 241300 h 450851"/>
              <a:gd name="connsiteX50" fmla="*/ 330200 w 450850"/>
              <a:gd name="connsiteY50" fmla="*/ 271463 h 450851"/>
              <a:gd name="connsiteX51" fmla="*/ 300038 w 450850"/>
              <a:gd name="connsiteY51" fmla="*/ 271463 h 450851"/>
              <a:gd name="connsiteX52" fmla="*/ 239713 w 450850"/>
              <a:gd name="connsiteY52" fmla="*/ 241300 h 450851"/>
              <a:gd name="connsiteX53" fmla="*/ 269875 w 450850"/>
              <a:gd name="connsiteY53" fmla="*/ 241300 h 450851"/>
              <a:gd name="connsiteX54" fmla="*/ 269875 w 450850"/>
              <a:gd name="connsiteY54" fmla="*/ 271463 h 450851"/>
              <a:gd name="connsiteX55" fmla="*/ 239713 w 450850"/>
              <a:gd name="connsiteY55" fmla="*/ 271463 h 450851"/>
              <a:gd name="connsiteX56" fmla="*/ 179388 w 450850"/>
              <a:gd name="connsiteY56" fmla="*/ 241300 h 450851"/>
              <a:gd name="connsiteX57" fmla="*/ 209550 w 450850"/>
              <a:gd name="connsiteY57" fmla="*/ 241300 h 450851"/>
              <a:gd name="connsiteX58" fmla="*/ 209550 w 450850"/>
              <a:gd name="connsiteY58" fmla="*/ 271463 h 450851"/>
              <a:gd name="connsiteX59" fmla="*/ 179388 w 450850"/>
              <a:gd name="connsiteY59" fmla="*/ 271463 h 450851"/>
              <a:gd name="connsiteX60" fmla="*/ 119063 w 450850"/>
              <a:gd name="connsiteY60" fmla="*/ 241300 h 450851"/>
              <a:gd name="connsiteX61" fmla="*/ 149225 w 450850"/>
              <a:gd name="connsiteY61" fmla="*/ 241300 h 450851"/>
              <a:gd name="connsiteX62" fmla="*/ 149225 w 450850"/>
              <a:gd name="connsiteY62" fmla="*/ 271463 h 450851"/>
              <a:gd name="connsiteX63" fmla="*/ 119063 w 450850"/>
              <a:gd name="connsiteY63" fmla="*/ 271463 h 450851"/>
              <a:gd name="connsiteX64" fmla="*/ 58738 w 450850"/>
              <a:gd name="connsiteY64" fmla="*/ 241300 h 450851"/>
              <a:gd name="connsiteX65" fmla="*/ 88900 w 450850"/>
              <a:gd name="connsiteY65" fmla="*/ 241300 h 450851"/>
              <a:gd name="connsiteX66" fmla="*/ 88900 w 450850"/>
              <a:gd name="connsiteY66" fmla="*/ 271463 h 450851"/>
              <a:gd name="connsiteX67" fmla="*/ 58738 w 450850"/>
              <a:gd name="connsiteY67" fmla="*/ 271463 h 450851"/>
              <a:gd name="connsiteX68" fmla="*/ 360363 w 450850"/>
              <a:gd name="connsiteY68" fmla="*/ 180975 h 450851"/>
              <a:gd name="connsiteX69" fmla="*/ 390525 w 450850"/>
              <a:gd name="connsiteY69" fmla="*/ 180975 h 450851"/>
              <a:gd name="connsiteX70" fmla="*/ 390525 w 450850"/>
              <a:gd name="connsiteY70" fmla="*/ 211138 h 450851"/>
              <a:gd name="connsiteX71" fmla="*/ 360363 w 450850"/>
              <a:gd name="connsiteY71" fmla="*/ 211138 h 450851"/>
              <a:gd name="connsiteX72" fmla="*/ 300038 w 450850"/>
              <a:gd name="connsiteY72" fmla="*/ 180975 h 450851"/>
              <a:gd name="connsiteX73" fmla="*/ 330200 w 450850"/>
              <a:gd name="connsiteY73" fmla="*/ 180975 h 450851"/>
              <a:gd name="connsiteX74" fmla="*/ 330200 w 450850"/>
              <a:gd name="connsiteY74" fmla="*/ 211138 h 450851"/>
              <a:gd name="connsiteX75" fmla="*/ 300038 w 450850"/>
              <a:gd name="connsiteY75" fmla="*/ 211138 h 450851"/>
              <a:gd name="connsiteX76" fmla="*/ 239713 w 450850"/>
              <a:gd name="connsiteY76" fmla="*/ 180975 h 450851"/>
              <a:gd name="connsiteX77" fmla="*/ 269875 w 450850"/>
              <a:gd name="connsiteY77" fmla="*/ 180975 h 450851"/>
              <a:gd name="connsiteX78" fmla="*/ 269875 w 450850"/>
              <a:gd name="connsiteY78" fmla="*/ 211138 h 450851"/>
              <a:gd name="connsiteX79" fmla="*/ 239713 w 450850"/>
              <a:gd name="connsiteY79" fmla="*/ 211138 h 450851"/>
              <a:gd name="connsiteX80" fmla="*/ 179388 w 450850"/>
              <a:gd name="connsiteY80" fmla="*/ 180975 h 450851"/>
              <a:gd name="connsiteX81" fmla="*/ 209550 w 450850"/>
              <a:gd name="connsiteY81" fmla="*/ 180975 h 450851"/>
              <a:gd name="connsiteX82" fmla="*/ 209550 w 450850"/>
              <a:gd name="connsiteY82" fmla="*/ 211138 h 450851"/>
              <a:gd name="connsiteX83" fmla="*/ 179388 w 450850"/>
              <a:gd name="connsiteY83" fmla="*/ 211138 h 450851"/>
              <a:gd name="connsiteX84" fmla="*/ 119063 w 450850"/>
              <a:gd name="connsiteY84" fmla="*/ 180975 h 450851"/>
              <a:gd name="connsiteX85" fmla="*/ 149225 w 450850"/>
              <a:gd name="connsiteY85" fmla="*/ 180975 h 450851"/>
              <a:gd name="connsiteX86" fmla="*/ 149225 w 450850"/>
              <a:gd name="connsiteY86" fmla="*/ 211138 h 450851"/>
              <a:gd name="connsiteX87" fmla="*/ 119063 w 450850"/>
              <a:gd name="connsiteY87" fmla="*/ 211138 h 450851"/>
              <a:gd name="connsiteX88" fmla="*/ 149225 w 450850"/>
              <a:gd name="connsiteY88" fmla="*/ 30163 h 450851"/>
              <a:gd name="connsiteX89" fmla="*/ 300037 w 450850"/>
              <a:gd name="connsiteY89" fmla="*/ 30163 h 450851"/>
              <a:gd name="connsiteX90" fmla="*/ 300037 w 450850"/>
              <a:gd name="connsiteY90" fmla="*/ 60326 h 450851"/>
              <a:gd name="connsiteX91" fmla="*/ 149225 w 450850"/>
              <a:gd name="connsiteY91" fmla="*/ 60326 h 450851"/>
              <a:gd name="connsiteX92" fmla="*/ 37571 w 450850"/>
              <a:gd name="connsiteY92" fmla="*/ 30163 h 450851"/>
              <a:gd name="connsiteX93" fmla="*/ 60113 w 450850"/>
              <a:gd name="connsiteY93" fmla="*/ 30163 h 450851"/>
              <a:gd name="connsiteX94" fmla="*/ 60113 w 450850"/>
              <a:gd name="connsiteY94" fmla="*/ 60212 h 450851"/>
              <a:gd name="connsiteX95" fmla="*/ 37571 w 450850"/>
              <a:gd name="connsiteY95" fmla="*/ 60212 h 450851"/>
              <a:gd name="connsiteX96" fmla="*/ 30057 w 450850"/>
              <a:gd name="connsiteY96" fmla="*/ 75236 h 450851"/>
              <a:gd name="connsiteX97" fmla="*/ 30057 w 450850"/>
              <a:gd name="connsiteY97" fmla="*/ 120650 h 450851"/>
              <a:gd name="connsiteX98" fmla="*/ 420687 w 450850"/>
              <a:gd name="connsiteY98" fmla="*/ 120650 h 450851"/>
              <a:gd name="connsiteX99" fmla="*/ 420687 w 450850"/>
              <a:gd name="connsiteY99" fmla="*/ 150813 h 450851"/>
              <a:gd name="connsiteX100" fmla="*/ 30057 w 450850"/>
              <a:gd name="connsiteY100" fmla="*/ 150813 h 450851"/>
              <a:gd name="connsiteX101" fmla="*/ 30057 w 450850"/>
              <a:gd name="connsiteY101" fmla="*/ 184341 h 450851"/>
              <a:gd name="connsiteX102" fmla="*/ 30057 w 450850"/>
              <a:gd name="connsiteY102" fmla="*/ 405778 h 450851"/>
              <a:gd name="connsiteX103" fmla="*/ 45085 w 450850"/>
              <a:gd name="connsiteY103" fmla="*/ 420802 h 450851"/>
              <a:gd name="connsiteX104" fmla="*/ 405765 w 450850"/>
              <a:gd name="connsiteY104" fmla="*/ 420802 h 450851"/>
              <a:gd name="connsiteX105" fmla="*/ 420793 w 450850"/>
              <a:gd name="connsiteY105" fmla="*/ 405778 h 450851"/>
              <a:gd name="connsiteX106" fmla="*/ 420793 w 450850"/>
              <a:gd name="connsiteY106" fmla="*/ 75236 h 450851"/>
              <a:gd name="connsiteX107" fmla="*/ 413279 w 450850"/>
              <a:gd name="connsiteY107" fmla="*/ 60212 h 450851"/>
              <a:gd name="connsiteX108" fmla="*/ 390737 w 450850"/>
              <a:gd name="connsiteY108" fmla="*/ 60212 h 450851"/>
              <a:gd name="connsiteX109" fmla="*/ 390737 w 450850"/>
              <a:gd name="connsiteY109" fmla="*/ 30163 h 450851"/>
              <a:gd name="connsiteX110" fmla="*/ 413279 w 450850"/>
              <a:gd name="connsiteY110" fmla="*/ 30163 h 450851"/>
              <a:gd name="connsiteX111" fmla="*/ 450850 w 450850"/>
              <a:gd name="connsiteY111" fmla="*/ 75236 h 450851"/>
              <a:gd name="connsiteX112" fmla="*/ 450850 w 450850"/>
              <a:gd name="connsiteY112" fmla="*/ 405778 h 450851"/>
              <a:gd name="connsiteX113" fmla="*/ 405765 w 450850"/>
              <a:gd name="connsiteY113" fmla="*/ 450851 h 450851"/>
              <a:gd name="connsiteX114" fmla="*/ 45085 w 450850"/>
              <a:gd name="connsiteY114" fmla="*/ 450851 h 450851"/>
              <a:gd name="connsiteX115" fmla="*/ 0 w 450850"/>
              <a:gd name="connsiteY115" fmla="*/ 405778 h 450851"/>
              <a:gd name="connsiteX116" fmla="*/ 0 w 450850"/>
              <a:gd name="connsiteY116" fmla="*/ 75236 h 450851"/>
              <a:gd name="connsiteX117" fmla="*/ 37571 w 450850"/>
              <a:gd name="connsiteY117" fmla="*/ 30163 h 450851"/>
              <a:gd name="connsiteX118" fmla="*/ 345281 w 450850"/>
              <a:gd name="connsiteY118" fmla="*/ 0 h 450851"/>
              <a:gd name="connsiteX119" fmla="*/ 360362 w 450850"/>
              <a:gd name="connsiteY119" fmla="*/ 15081 h 450851"/>
              <a:gd name="connsiteX120" fmla="*/ 360362 w 450850"/>
              <a:gd name="connsiteY120" fmla="*/ 75406 h 450851"/>
              <a:gd name="connsiteX121" fmla="*/ 345281 w 450850"/>
              <a:gd name="connsiteY121" fmla="*/ 90488 h 450851"/>
              <a:gd name="connsiteX122" fmla="*/ 330200 w 450850"/>
              <a:gd name="connsiteY122" fmla="*/ 75406 h 450851"/>
              <a:gd name="connsiteX123" fmla="*/ 330200 w 450850"/>
              <a:gd name="connsiteY123" fmla="*/ 15081 h 450851"/>
              <a:gd name="connsiteX124" fmla="*/ 345281 w 450850"/>
              <a:gd name="connsiteY124" fmla="*/ 0 h 450851"/>
              <a:gd name="connsiteX125" fmla="*/ 103981 w 450850"/>
              <a:gd name="connsiteY125" fmla="*/ 0 h 450851"/>
              <a:gd name="connsiteX126" fmla="*/ 119062 w 450850"/>
              <a:gd name="connsiteY126" fmla="*/ 15081 h 450851"/>
              <a:gd name="connsiteX127" fmla="*/ 119062 w 450850"/>
              <a:gd name="connsiteY127" fmla="*/ 75406 h 450851"/>
              <a:gd name="connsiteX128" fmla="*/ 103981 w 450850"/>
              <a:gd name="connsiteY128" fmla="*/ 90488 h 450851"/>
              <a:gd name="connsiteX129" fmla="*/ 88900 w 450850"/>
              <a:gd name="connsiteY129" fmla="*/ 75406 h 450851"/>
              <a:gd name="connsiteX130" fmla="*/ 88900 w 450850"/>
              <a:gd name="connsiteY130" fmla="*/ 15081 h 450851"/>
              <a:gd name="connsiteX131" fmla="*/ 103981 w 450850"/>
              <a:gd name="connsiteY131" fmla="*/ 0 h 45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450850" h="450851">
                <a:moveTo>
                  <a:pt x="300038" y="360363"/>
                </a:moveTo>
                <a:lnTo>
                  <a:pt x="330200" y="360363"/>
                </a:lnTo>
                <a:lnTo>
                  <a:pt x="330200" y="390526"/>
                </a:lnTo>
                <a:lnTo>
                  <a:pt x="300038" y="390526"/>
                </a:lnTo>
                <a:close/>
                <a:moveTo>
                  <a:pt x="239713" y="360363"/>
                </a:moveTo>
                <a:lnTo>
                  <a:pt x="269875" y="360363"/>
                </a:lnTo>
                <a:lnTo>
                  <a:pt x="269875" y="390526"/>
                </a:lnTo>
                <a:lnTo>
                  <a:pt x="239713" y="390526"/>
                </a:lnTo>
                <a:close/>
                <a:moveTo>
                  <a:pt x="179388" y="360363"/>
                </a:moveTo>
                <a:lnTo>
                  <a:pt x="209550" y="360363"/>
                </a:lnTo>
                <a:lnTo>
                  <a:pt x="209550" y="390526"/>
                </a:lnTo>
                <a:lnTo>
                  <a:pt x="179388" y="390526"/>
                </a:lnTo>
                <a:close/>
                <a:moveTo>
                  <a:pt x="119063" y="360363"/>
                </a:moveTo>
                <a:lnTo>
                  <a:pt x="149225" y="360363"/>
                </a:lnTo>
                <a:lnTo>
                  <a:pt x="149225" y="390526"/>
                </a:lnTo>
                <a:lnTo>
                  <a:pt x="119063" y="390526"/>
                </a:lnTo>
                <a:close/>
                <a:moveTo>
                  <a:pt x="58738" y="360363"/>
                </a:moveTo>
                <a:lnTo>
                  <a:pt x="88900" y="360363"/>
                </a:lnTo>
                <a:lnTo>
                  <a:pt x="88900" y="390526"/>
                </a:lnTo>
                <a:lnTo>
                  <a:pt x="58738" y="390526"/>
                </a:lnTo>
                <a:close/>
                <a:moveTo>
                  <a:pt x="360363" y="301625"/>
                </a:moveTo>
                <a:lnTo>
                  <a:pt x="390525" y="301625"/>
                </a:lnTo>
                <a:lnTo>
                  <a:pt x="390525" y="330200"/>
                </a:lnTo>
                <a:lnTo>
                  <a:pt x="360363" y="330200"/>
                </a:lnTo>
                <a:close/>
                <a:moveTo>
                  <a:pt x="300038" y="301625"/>
                </a:moveTo>
                <a:lnTo>
                  <a:pt x="330200" y="301625"/>
                </a:lnTo>
                <a:lnTo>
                  <a:pt x="330200" y="330200"/>
                </a:lnTo>
                <a:lnTo>
                  <a:pt x="300038" y="330200"/>
                </a:lnTo>
                <a:close/>
                <a:moveTo>
                  <a:pt x="239713" y="301625"/>
                </a:moveTo>
                <a:lnTo>
                  <a:pt x="269875" y="301625"/>
                </a:lnTo>
                <a:lnTo>
                  <a:pt x="269875" y="330200"/>
                </a:lnTo>
                <a:lnTo>
                  <a:pt x="239713" y="330200"/>
                </a:lnTo>
                <a:close/>
                <a:moveTo>
                  <a:pt x="179388" y="301625"/>
                </a:moveTo>
                <a:lnTo>
                  <a:pt x="209550" y="301625"/>
                </a:lnTo>
                <a:lnTo>
                  <a:pt x="209550" y="330200"/>
                </a:lnTo>
                <a:lnTo>
                  <a:pt x="179388" y="330200"/>
                </a:lnTo>
                <a:close/>
                <a:moveTo>
                  <a:pt x="119063" y="301625"/>
                </a:moveTo>
                <a:lnTo>
                  <a:pt x="149225" y="301625"/>
                </a:lnTo>
                <a:lnTo>
                  <a:pt x="149225" y="330200"/>
                </a:lnTo>
                <a:lnTo>
                  <a:pt x="119063" y="330200"/>
                </a:lnTo>
                <a:close/>
                <a:moveTo>
                  <a:pt x="58738" y="301625"/>
                </a:moveTo>
                <a:lnTo>
                  <a:pt x="88900" y="301625"/>
                </a:lnTo>
                <a:lnTo>
                  <a:pt x="88900" y="330200"/>
                </a:lnTo>
                <a:lnTo>
                  <a:pt x="58738" y="330200"/>
                </a:lnTo>
                <a:close/>
                <a:moveTo>
                  <a:pt x="360363" y="241300"/>
                </a:moveTo>
                <a:lnTo>
                  <a:pt x="390525" y="241300"/>
                </a:lnTo>
                <a:lnTo>
                  <a:pt x="390525" y="271463"/>
                </a:lnTo>
                <a:lnTo>
                  <a:pt x="360363" y="271463"/>
                </a:lnTo>
                <a:close/>
                <a:moveTo>
                  <a:pt x="300038" y="241300"/>
                </a:moveTo>
                <a:lnTo>
                  <a:pt x="330200" y="241300"/>
                </a:lnTo>
                <a:lnTo>
                  <a:pt x="330200" y="271463"/>
                </a:lnTo>
                <a:lnTo>
                  <a:pt x="300038" y="271463"/>
                </a:lnTo>
                <a:close/>
                <a:moveTo>
                  <a:pt x="239713" y="241300"/>
                </a:moveTo>
                <a:lnTo>
                  <a:pt x="269875" y="241300"/>
                </a:lnTo>
                <a:lnTo>
                  <a:pt x="269875" y="271463"/>
                </a:lnTo>
                <a:lnTo>
                  <a:pt x="239713" y="271463"/>
                </a:lnTo>
                <a:close/>
                <a:moveTo>
                  <a:pt x="179388" y="241300"/>
                </a:moveTo>
                <a:lnTo>
                  <a:pt x="209550" y="241300"/>
                </a:lnTo>
                <a:lnTo>
                  <a:pt x="209550" y="271463"/>
                </a:lnTo>
                <a:lnTo>
                  <a:pt x="179388" y="271463"/>
                </a:lnTo>
                <a:close/>
                <a:moveTo>
                  <a:pt x="119063" y="241300"/>
                </a:moveTo>
                <a:lnTo>
                  <a:pt x="149225" y="241300"/>
                </a:lnTo>
                <a:lnTo>
                  <a:pt x="149225" y="271463"/>
                </a:lnTo>
                <a:lnTo>
                  <a:pt x="119063" y="271463"/>
                </a:lnTo>
                <a:close/>
                <a:moveTo>
                  <a:pt x="58738" y="241300"/>
                </a:moveTo>
                <a:lnTo>
                  <a:pt x="88900" y="241300"/>
                </a:lnTo>
                <a:lnTo>
                  <a:pt x="88900" y="271463"/>
                </a:lnTo>
                <a:lnTo>
                  <a:pt x="58738" y="271463"/>
                </a:lnTo>
                <a:close/>
                <a:moveTo>
                  <a:pt x="360363" y="180975"/>
                </a:moveTo>
                <a:lnTo>
                  <a:pt x="390525" y="180975"/>
                </a:lnTo>
                <a:lnTo>
                  <a:pt x="390525" y="211138"/>
                </a:lnTo>
                <a:lnTo>
                  <a:pt x="360363" y="211138"/>
                </a:lnTo>
                <a:close/>
                <a:moveTo>
                  <a:pt x="300038" y="180975"/>
                </a:moveTo>
                <a:lnTo>
                  <a:pt x="330200" y="180975"/>
                </a:lnTo>
                <a:lnTo>
                  <a:pt x="330200" y="211138"/>
                </a:lnTo>
                <a:lnTo>
                  <a:pt x="300038" y="211138"/>
                </a:lnTo>
                <a:close/>
                <a:moveTo>
                  <a:pt x="239713" y="180975"/>
                </a:moveTo>
                <a:lnTo>
                  <a:pt x="269875" y="180975"/>
                </a:lnTo>
                <a:lnTo>
                  <a:pt x="269875" y="211138"/>
                </a:lnTo>
                <a:lnTo>
                  <a:pt x="239713" y="211138"/>
                </a:lnTo>
                <a:close/>
                <a:moveTo>
                  <a:pt x="179388" y="180975"/>
                </a:moveTo>
                <a:lnTo>
                  <a:pt x="209550" y="180975"/>
                </a:lnTo>
                <a:lnTo>
                  <a:pt x="209550" y="211138"/>
                </a:lnTo>
                <a:lnTo>
                  <a:pt x="179388" y="211138"/>
                </a:lnTo>
                <a:close/>
                <a:moveTo>
                  <a:pt x="119063" y="180975"/>
                </a:moveTo>
                <a:lnTo>
                  <a:pt x="149225" y="180975"/>
                </a:lnTo>
                <a:lnTo>
                  <a:pt x="149225" y="211138"/>
                </a:lnTo>
                <a:lnTo>
                  <a:pt x="119063" y="211138"/>
                </a:lnTo>
                <a:close/>
                <a:moveTo>
                  <a:pt x="149225" y="30163"/>
                </a:moveTo>
                <a:lnTo>
                  <a:pt x="300037" y="30163"/>
                </a:lnTo>
                <a:lnTo>
                  <a:pt x="300037" y="60326"/>
                </a:lnTo>
                <a:lnTo>
                  <a:pt x="149225" y="60326"/>
                </a:lnTo>
                <a:close/>
                <a:moveTo>
                  <a:pt x="37571" y="30163"/>
                </a:moveTo>
                <a:cubicBezTo>
                  <a:pt x="60113" y="30163"/>
                  <a:pt x="60113" y="30163"/>
                  <a:pt x="60113" y="30163"/>
                </a:cubicBezTo>
                <a:cubicBezTo>
                  <a:pt x="60113" y="60212"/>
                  <a:pt x="60113" y="60212"/>
                  <a:pt x="60113" y="60212"/>
                </a:cubicBezTo>
                <a:cubicBezTo>
                  <a:pt x="37571" y="60212"/>
                  <a:pt x="37571" y="60212"/>
                  <a:pt x="37571" y="60212"/>
                </a:cubicBezTo>
                <a:cubicBezTo>
                  <a:pt x="33814" y="60212"/>
                  <a:pt x="30057" y="67724"/>
                  <a:pt x="30057" y="75236"/>
                </a:cubicBezTo>
                <a:lnTo>
                  <a:pt x="30057" y="120650"/>
                </a:lnTo>
                <a:lnTo>
                  <a:pt x="420687" y="120650"/>
                </a:lnTo>
                <a:lnTo>
                  <a:pt x="420687" y="150813"/>
                </a:lnTo>
                <a:lnTo>
                  <a:pt x="30057" y="150813"/>
                </a:lnTo>
                <a:lnTo>
                  <a:pt x="30057" y="184341"/>
                </a:lnTo>
                <a:cubicBezTo>
                  <a:pt x="30057" y="405778"/>
                  <a:pt x="30057" y="405778"/>
                  <a:pt x="30057" y="405778"/>
                </a:cubicBezTo>
                <a:cubicBezTo>
                  <a:pt x="30057" y="413290"/>
                  <a:pt x="37571" y="420802"/>
                  <a:pt x="45085" y="420802"/>
                </a:cubicBezTo>
                <a:cubicBezTo>
                  <a:pt x="405765" y="420802"/>
                  <a:pt x="405765" y="420802"/>
                  <a:pt x="405765" y="420802"/>
                </a:cubicBezTo>
                <a:cubicBezTo>
                  <a:pt x="413279" y="420802"/>
                  <a:pt x="420793" y="413290"/>
                  <a:pt x="420793" y="405778"/>
                </a:cubicBezTo>
                <a:cubicBezTo>
                  <a:pt x="420793" y="75236"/>
                  <a:pt x="420793" y="75236"/>
                  <a:pt x="420793" y="75236"/>
                </a:cubicBezTo>
                <a:cubicBezTo>
                  <a:pt x="420793" y="67724"/>
                  <a:pt x="417036" y="60212"/>
                  <a:pt x="413279" y="60212"/>
                </a:cubicBezTo>
                <a:cubicBezTo>
                  <a:pt x="390737" y="60212"/>
                  <a:pt x="390737" y="60212"/>
                  <a:pt x="390737" y="60212"/>
                </a:cubicBezTo>
                <a:cubicBezTo>
                  <a:pt x="390737" y="30163"/>
                  <a:pt x="390737" y="30163"/>
                  <a:pt x="390737" y="30163"/>
                </a:cubicBezTo>
                <a:cubicBezTo>
                  <a:pt x="413279" y="30163"/>
                  <a:pt x="413279" y="30163"/>
                  <a:pt x="413279" y="30163"/>
                </a:cubicBezTo>
                <a:cubicBezTo>
                  <a:pt x="435822" y="30163"/>
                  <a:pt x="450850" y="48943"/>
                  <a:pt x="450850" y="75236"/>
                </a:cubicBezTo>
                <a:cubicBezTo>
                  <a:pt x="450850" y="405778"/>
                  <a:pt x="450850" y="405778"/>
                  <a:pt x="450850" y="405778"/>
                </a:cubicBezTo>
                <a:cubicBezTo>
                  <a:pt x="450850" y="432071"/>
                  <a:pt x="432065" y="450851"/>
                  <a:pt x="405765" y="450851"/>
                </a:cubicBezTo>
                <a:cubicBezTo>
                  <a:pt x="45085" y="450851"/>
                  <a:pt x="45085" y="450851"/>
                  <a:pt x="45085" y="450851"/>
                </a:cubicBezTo>
                <a:cubicBezTo>
                  <a:pt x="18785" y="450851"/>
                  <a:pt x="0" y="432071"/>
                  <a:pt x="0" y="405778"/>
                </a:cubicBezTo>
                <a:cubicBezTo>
                  <a:pt x="0" y="75236"/>
                  <a:pt x="0" y="75236"/>
                  <a:pt x="0" y="75236"/>
                </a:cubicBezTo>
                <a:cubicBezTo>
                  <a:pt x="0" y="48943"/>
                  <a:pt x="15028" y="30163"/>
                  <a:pt x="37571" y="30163"/>
                </a:cubicBezTo>
                <a:close/>
                <a:moveTo>
                  <a:pt x="345281" y="0"/>
                </a:moveTo>
                <a:cubicBezTo>
                  <a:pt x="352822" y="0"/>
                  <a:pt x="360362" y="7540"/>
                  <a:pt x="360362" y="15081"/>
                </a:cubicBezTo>
                <a:cubicBezTo>
                  <a:pt x="360362" y="75406"/>
                  <a:pt x="360362" y="75406"/>
                  <a:pt x="360362" y="75406"/>
                </a:cubicBezTo>
                <a:cubicBezTo>
                  <a:pt x="360362" y="82947"/>
                  <a:pt x="352822" y="90488"/>
                  <a:pt x="345281" y="90488"/>
                </a:cubicBezTo>
                <a:cubicBezTo>
                  <a:pt x="337741" y="90488"/>
                  <a:pt x="330200" y="82947"/>
                  <a:pt x="330200" y="75406"/>
                </a:cubicBezTo>
                <a:cubicBezTo>
                  <a:pt x="330200" y="15081"/>
                  <a:pt x="330200" y="15081"/>
                  <a:pt x="330200" y="15081"/>
                </a:cubicBezTo>
                <a:cubicBezTo>
                  <a:pt x="330200" y="7540"/>
                  <a:pt x="337741" y="0"/>
                  <a:pt x="345281" y="0"/>
                </a:cubicBezTo>
                <a:close/>
                <a:moveTo>
                  <a:pt x="103981" y="0"/>
                </a:moveTo>
                <a:cubicBezTo>
                  <a:pt x="111522" y="0"/>
                  <a:pt x="119062" y="7540"/>
                  <a:pt x="119062" y="15081"/>
                </a:cubicBezTo>
                <a:cubicBezTo>
                  <a:pt x="119062" y="75406"/>
                  <a:pt x="119062" y="75406"/>
                  <a:pt x="119062" y="75406"/>
                </a:cubicBezTo>
                <a:cubicBezTo>
                  <a:pt x="119062" y="82947"/>
                  <a:pt x="111522" y="90488"/>
                  <a:pt x="103981" y="90488"/>
                </a:cubicBezTo>
                <a:cubicBezTo>
                  <a:pt x="96441" y="90488"/>
                  <a:pt x="88900" y="82947"/>
                  <a:pt x="88900" y="75406"/>
                </a:cubicBezTo>
                <a:cubicBezTo>
                  <a:pt x="88900" y="15081"/>
                  <a:pt x="88900" y="15081"/>
                  <a:pt x="88900" y="15081"/>
                </a:cubicBezTo>
                <a:cubicBezTo>
                  <a:pt x="88900" y="7540"/>
                  <a:pt x="96441" y="0"/>
                  <a:pt x="103981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39" name="矩形 38"/>
          <p:cNvSpPr/>
          <p:nvPr/>
        </p:nvSpPr>
        <p:spPr>
          <a:xfrm>
            <a:off x="4905161" y="6141746"/>
            <a:ext cx="3013109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标准开发规范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615765" y="6094859"/>
            <a:ext cx="3013109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RestFul API</a:t>
            </a:r>
            <a:r>
              <a:rPr lang="zh-CN" altLang="en-US" dirty="0" smtClean="0">
                <a:latin typeface="汉仪典雅体简" panose="00020600040101010101" pitchFamily="18" charset="-122"/>
                <a:ea typeface="汉仪典雅体简" panose="00020600040101010101" pitchFamily="18" charset="-122"/>
              </a:rPr>
              <a:t>接口</a:t>
            </a:r>
            <a:endParaRPr lang="zh-CN" altLang="en-US" dirty="0" smtClean="0">
              <a:latin typeface="汉仪典雅体简" panose="00020600040101010101" pitchFamily="18" charset="-122"/>
              <a:ea typeface="汉仪典雅体简" panose="00020600040101010101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67435"/>
            <a:ext cx="7628890" cy="363156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  <p:bldLst>
      <p:bldP spid="23" grpId="0"/>
      <p:bldP spid="24" grpId="0"/>
      <p:bldP spid="31" grpId="0"/>
      <p:bldP spid="39" grpId="0"/>
      <p:bldP spid="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/>
          <p:cNvCxnSpPr/>
          <p:nvPr/>
        </p:nvCxnSpPr>
        <p:spPr>
          <a:xfrm>
            <a:off x="0" y="422972"/>
            <a:ext cx="117733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7333" y="161362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科室管理</a:t>
            </a:r>
            <a:endParaRPr lang="zh-CN" altLang="en-US" sz="2800" dirty="0" smtClean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959" y="224190"/>
            <a:ext cx="397565" cy="3975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195" y="857885"/>
            <a:ext cx="10502265" cy="514223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0" y="422972"/>
            <a:ext cx="117733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7333" y="161362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医生档案</a:t>
            </a:r>
            <a:endParaRPr lang="zh-CN" altLang="en-US" sz="2800" dirty="0" smtClean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959" y="224190"/>
            <a:ext cx="397565" cy="3975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05" y="782320"/>
            <a:ext cx="11948795" cy="58496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0" y="422972"/>
            <a:ext cx="117733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7333" y="161362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医生放号</a:t>
            </a:r>
            <a:endParaRPr lang="zh-CN" altLang="en-US" sz="2800" dirty="0" smtClean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959" y="224190"/>
            <a:ext cx="397565" cy="3975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275" y="838835"/>
            <a:ext cx="11640185" cy="569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0" y="422972"/>
            <a:ext cx="117733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7333" y="161362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患者预约挂号</a:t>
            </a:r>
            <a:endParaRPr lang="zh-CN" altLang="en-US" sz="2800" dirty="0" smtClean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959" y="224190"/>
            <a:ext cx="397565" cy="3975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920" y="1157605"/>
            <a:ext cx="7185660" cy="49790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0" y="422972"/>
            <a:ext cx="117733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7333" y="161362"/>
            <a:ext cx="27901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我的挂号</a:t>
            </a:r>
            <a:r>
              <a:rPr lang="en-US" altLang="zh-CN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 - </a:t>
            </a:r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患者</a:t>
            </a:r>
            <a:endParaRPr lang="zh-CN" altLang="en-US" sz="2800" dirty="0" smtClean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959" y="224190"/>
            <a:ext cx="397565" cy="3975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内容占位符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33425" y="1218565"/>
            <a:ext cx="10515600" cy="43059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0" y="422972"/>
            <a:ext cx="117733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7333" y="161362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医院新闻</a:t>
            </a:r>
            <a:endParaRPr lang="zh-CN" sz="2800" dirty="0" smtClean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959" y="224190"/>
            <a:ext cx="397565" cy="3975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155" y="825500"/>
            <a:ext cx="9344025" cy="48583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0" y="422972"/>
            <a:ext cx="117733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7333" y="161362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医院留言板</a:t>
            </a:r>
            <a:endParaRPr lang="zh-CN" altLang="en-US" sz="2800" dirty="0" smtClean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959" y="224190"/>
            <a:ext cx="397565" cy="3975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425" y="826135"/>
            <a:ext cx="10978515" cy="5391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0" y="422972"/>
            <a:ext cx="117733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7333" y="161362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权限控制</a:t>
            </a:r>
            <a:endParaRPr lang="zh-CN" altLang="en-US" sz="2800" dirty="0" smtClean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959" y="224190"/>
            <a:ext cx="397565" cy="3975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2570" y="779145"/>
            <a:ext cx="5572125" cy="5619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602974" y="874643"/>
            <a:ext cx="10986052" cy="0"/>
          </a:xfrm>
          <a:prstGeom prst="line">
            <a:avLst/>
          </a:prstGeom>
          <a:ln w="1079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602974" y="6135756"/>
            <a:ext cx="10986052" cy="0"/>
          </a:xfrm>
          <a:prstGeom prst="line">
            <a:avLst/>
          </a:prstGeom>
          <a:ln w="1079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744278" y="2319035"/>
            <a:ext cx="0" cy="2505986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5259661" y="2611507"/>
            <a:ext cx="5724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dirty="0" smtClean="0">
                <a:latin typeface="汉仪中黑S" panose="00020600040101010101" pitchFamily="18" charset="-122"/>
                <a:ea typeface="汉仪中黑S" panose="00020600040101010101" pitchFamily="18" charset="-122"/>
              </a:rPr>
              <a:t>恳请老师指正</a:t>
            </a:r>
            <a:endParaRPr lang="zh-CN" altLang="en-US" sz="7200" dirty="0"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  <p:sp>
        <p:nvSpPr>
          <p:cNvPr id="38" name="菱形 37"/>
          <p:cNvSpPr/>
          <p:nvPr/>
        </p:nvSpPr>
        <p:spPr>
          <a:xfrm>
            <a:off x="1373055" y="2515588"/>
            <a:ext cx="2663687" cy="1245704"/>
          </a:xfrm>
          <a:prstGeom prst="diamond">
            <a:avLst/>
          </a:prstGeom>
          <a:solidFill>
            <a:schemeClr val="tx2"/>
          </a:solidFill>
          <a:ln w="101600" cap="rnd">
            <a:solidFill>
              <a:schemeClr val="tx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燕尾形 38"/>
          <p:cNvSpPr/>
          <p:nvPr/>
        </p:nvSpPr>
        <p:spPr>
          <a:xfrm rot="5400000">
            <a:off x="2317935" y="2976879"/>
            <a:ext cx="773925" cy="1568825"/>
          </a:xfrm>
          <a:prstGeom prst="chevron">
            <a:avLst/>
          </a:prstGeom>
          <a:solidFill>
            <a:schemeClr val="bg1"/>
          </a:solidFill>
          <a:ln w="101600" cap="rnd">
            <a:solidFill>
              <a:schemeClr val="tx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4036742" y="3142414"/>
            <a:ext cx="0" cy="901148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等腰三角形 40"/>
          <p:cNvSpPr/>
          <p:nvPr/>
        </p:nvSpPr>
        <p:spPr>
          <a:xfrm>
            <a:off x="3844583" y="4101875"/>
            <a:ext cx="384313" cy="29817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5291710" y="3971591"/>
            <a:ext cx="59266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0" i="0" dirty="0" smtClean="0">
                <a:solidFill>
                  <a:schemeClr val="tx2"/>
                </a:solidFill>
                <a:effectLst/>
                <a:latin typeface="汉仪中黑S" panose="00020600040101010101" pitchFamily="18" charset="-122"/>
                <a:ea typeface="汉仪中黑S" panose="00020600040101010101" pitchFamily="18" charset="-122"/>
              </a:rPr>
              <a:t>Template for graduation defense</a:t>
            </a:r>
            <a:endParaRPr lang="zh-CN" altLang="en-US" sz="2800" dirty="0">
              <a:solidFill>
                <a:schemeClr val="tx2"/>
              </a:solidFill>
              <a:latin typeface="汉仪中黑S" panose="00020600040101010101" pitchFamily="18" charset="-122"/>
              <a:ea typeface="汉仪中黑S" panose="00020600040101010101" pitchFamily="18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  <p:bldLst>
      <p:bldP spid="37" grpId="0"/>
    </p:bldLst>
  </p:timing>
</p:sld>
</file>

<file path=ppt/tags/tag1.xml><?xml version="1.0" encoding="utf-8"?>
<p:tagLst xmlns:p="http://schemas.openxmlformats.org/presentationml/2006/main">
  <p:tag name="COMMONDATA" val="eyJjb3VudCI6MSwiaGRpZCI6IjM1ZDkxMWVjYzBiYmUxZjk3NTQwNjI1NmE5MzQzY2Q1IiwidXNlckNvdW50IjoxfQ=="/>
  <p:tag name="commondata" val="eyJjb3VudCI6MiwiaGRpZCI6ImFhZGQ5MmMwZWRkZmFiMDlhMmZlZDBmYzA1OTE1NzYyIiwidXNlckNvdW50Ijox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WPS 演示</Application>
  <PresentationFormat>宽屏</PresentationFormat>
  <Paragraphs>160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汉仪中黑S</vt:lpstr>
      <vt:lpstr>汉仪润圆-65简</vt:lpstr>
      <vt:lpstr>黑体</vt:lpstr>
      <vt:lpstr>汉仪典雅体简</vt:lpstr>
      <vt:lpstr>Calibri</vt:lpstr>
      <vt:lpstr>微软雅黑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尹 欢</dc:creator>
  <cp:lastModifiedBy>kidow</cp:lastModifiedBy>
  <cp:revision>34</cp:revision>
  <dcterms:created xsi:type="dcterms:W3CDTF">2020-04-19T00:59:00Z</dcterms:created>
  <dcterms:modified xsi:type="dcterms:W3CDTF">2024-03-14T13:38:22Z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KSOTemplateUUID">
    <vt:lpwstr>v1.0_mb_3JzxK2jThFCQypeXbeoC1A==</vt:lpwstr>
  </property>
  <property fmtid="{D5CDD505-2E9C-101B-9397-08002B2CF9AE}" pid="4" name="ICV">
    <vt:lpwstr>177C6828B9CE489199BCE0E1D3E71C08</vt:lpwstr>
  </property>
</Properties>
</file>